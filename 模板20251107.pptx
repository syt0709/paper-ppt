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21599525" cy="32399288"/>
  <p:notesSz cx="6858000" cy="9144000"/>
  <p:defaultTextStyle>
    <a:defPPr>
      <a:defRPr lang="zh-CN"/>
    </a:defPPr>
    <a:lvl1pPr marL="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1pPr>
    <a:lvl2pPr marL="1295933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2pPr>
    <a:lvl3pPr marL="25918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3pPr>
    <a:lvl4pPr marL="38878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4pPr>
    <a:lvl5pPr marL="51837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5pPr>
    <a:lvl6pPr marL="64796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6pPr>
    <a:lvl7pPr marL="77756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7pPr>
    <a:lvl8pPr marL="90715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8pPr>
    <a:lvl9pPr marL="103674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4E7"/>
    <a:srgbClr val="B54C4A"/>
    <a:srgbClr val="F8CECC"/>
    <a:srgbClr val="96BF7F"/>
    <a:srgbClr val="D4E8D3"/>
    <a:srgbClr val="819FCA"/>
    <a:srgbClr val="DAE8FB"/>
    <a:srgbClr val="9472A5"/>
    <a:srgbClr val="E9F0FC"/>
    <a:srgbClr val="FBE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9" autoAdjust="0"/>
    <p:restoredTop sz="94660"/>
  </p:normalViewPr>
  <p:slideViewPr>
    <p:cSldViewPr snapToGrid="0">
      <p:cViewPr varScale="1">
        <p:scale>
          <a:sx n="23" d="100"/>
          <a:sy n="23" d="100"/>
        </p:scale>
        <p:origin x="26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A3BFF-60CE-4B51-B36E-EB5C13A08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941" y="5302386"/>
            <a:ext cx="16199644" cy="1127975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82F016-C046-4AD4-AE1D-567D1327B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4252"/>
            </a:lvl1pPr>
            <a:lvl2pPr marL="809976" indent="0" algn="ctr">
              <a:buNone/>
              <a:defRPr sz="3543"/>
            </a:lvl2pPr>
            <a:lvl3pPr marL="1619951" indent="0" algn="ctr">
              <a:buNone/>
              <a:defRPr sz="3189"/>
            </a:lvl3pPr>
            <a:lvl4pPr marL="2429927" indent="0" algn="ctr">
              <a:buNone/>
              <a:defRPr sz="2835"/>
            </a:lvl4pPr>
            <a:lvl5pPr marL="3239902" indent="0" algn="ctr">
              <a:buNone/>
              <a:defRPr sz="2835"/>
            </a:lvl5pPr>
            <a:lvl6pPr marL="4049878" indent="0" algn="ctr">
              <a:buNone/>
              <a:defRPr sz="2835"/>
            </a:lvl6pPr>
            <a:lvl7pPr marL="4859853" indent="0" algn="ctr">
              <a:buNone/>
              <a:defRPr sz="2835"/>
            </a:lvl7pPr>
            <a:lvl8pPr marL="5669829" indent="0" algn="ctr">
              <a:buNone/>
              <a:defRPr sz="2835"/>
            </a:lvl8pPr>
            <a:lvl9pPr marL="6479804" indent="0" algn="ctr">
              <a:buNone/>
              <a:defRPr sz="283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18FDF-0379-4697-BC0A-E48DC967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713DD-37B7-4672-BFAB-580A8B6B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3D2E74-63E1-43ED-A179-F1F1BB36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32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B7A0-09B1-4FFF-B546-3B801372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B6C11-5F60-49CB-A2E2-C204CD65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C3865-DD3C-49E9-9554-CEA7C5FD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62F34-25D1-4D39-A821-DB09BD5D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DF001-DEB4-4ED1-B0BC-44A9334C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14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BE3A0-4832-4D93-9A39-A3407171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18" y="8077327"/>
            <a:ext cx="18629590" cy="13477201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664210-5744-4000-9650-77C73F71B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18" y="21682028"/>
            <a:ext cx="18629590" cy="7087342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  <a:lvl2pPr marL="809976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19951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299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39902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49878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59853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6982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7980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F42D9-F7F4-4797-A429-9B68162C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90F64-F000-40EA-85E6-B97E1A58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1F43C-0528-43D3-B502-F6DDDF84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07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9D2D2-3DB9-4407-9A98-65C54421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D8E30A-3C5A-485C-994D-9FD7F509F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B3907F-4E27-414D-B6F0-0A437DF2B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AA4BB0-52E7-450B-A62C-0EC996ED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29E07A-021D-4351-B4DB-681D3553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ED974F-FAFD-4EE8-BC28-89AB2A46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97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8A595-99E1-49AD-ADE2-523E34A3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1724964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6B76C-BE1B-4CB1-9736-9F5D055E0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781" y="7942328"/>
            <a:ext cx="9137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A8BF3C-8EBF-4C79-B435-521833CC7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7781" y="11834740"/>
            <a:ext cx="9137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0794EB-B22E-4F61-8DD7-B762A8685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34760" y="7942328"/>
            <a:ext cx="9182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37BA5F-E019-461A-B210-2944E1CA2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34760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9C50DF-6BE9-4323-8933-D3513FB8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687170-329F-4EF7-8D1B-83BEFB8D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540117-D66F-4CFC-9394-3EB082AF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9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AD7F0-3ABD-4314-8E72-15A5C54E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5C68EC-2FF8-4805-9BF9-BA4A5AED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A8F347-8653-424D-A3BD-F6F96B03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A2B886-D98B-4BA6-B718-3F0BAFAA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3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2B3A6E-64C7-498D-AD23-3A3E7F02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5C3B02-CBFB-43AE-8848-C3A5D596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D7A36D-B2A1-4A3E-8A3D-7211C7C1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35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D43D1-A715-443A-A6B6-65103468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EE993-42B3-466A-9E19-A32D8CBB2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>
              <a:defRPr sz="5669"/>
            </a:lvl1pPr>
            <a:lvl2pPr>
              <a:defRPr sz="4960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36C5B0-DEFB-4CF6-984D-BFFCC4494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501D0D-CA62-4300-B6D6-D497FB0D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16F78B-7E70-41CE-8344-DCA0D21C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690E65-8EC8-438F-8888-3E48E68F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0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220D8-C129-469F-93F9-1B9C2CDC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2253ED-A32E-494E-A7F0-01C7E36CA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 marL="0" indent="0">
              <a:buNone/>
              <a:defRPr sz="5669"/>
            </a:lvl1pPr>
            <a:lvl2pPr marL="809976" indent="0">
              <a:buNone/>
              <a:defRPr sz="4960"/>
            </a:lvl2pPr>
            <a:lvl3pPr marL="1619951" indent="0">
              <a:buNone/>
              <a:defRPr sz="4252"/>
            </a:lvl3pPr>
            <a:lvl4pPr marL="2429927" indent="0">
              <a:buNone/>
              <a:defRPr sz="3543"/>
            </a:lvl4pPr>
            <a:lvl5pPr marL="3239902" indent="0">
              <a:buNone/>
              <a:defRPr sz="3543"/>
            </a:lvl5pPr>
            <a:lvl6pPr marL="4049878" indent="0">
              <a:buNone/>
              <a:defRPr sz="3543"/>
            </a:lvl6pPr>
            <a:lvl7pPr marL="4859853" indent="0">
              <a:buNone/>
              <a:defRPr sz="3543"/>
            </a:lvl7pPr>
            <a:lvl8pPr marL="5669829" indent="0">
              <a:buNone/>
              <a:defRPr sz="3543"/>
            </a:lvl8pPr>
            <a:lvl9pPr marL="6479804" indent="0">
              <a:buNone/>
              <a:defRPr sz="3543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E4B592-2F6F-4BFA-81BC-2CB9CFD91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85A1A-808F-4186-8902-2B0B8541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D54A1F-2D4B-4760-8156-89E8337A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770878-14A7-4FA7-914C-163C6F9B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3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F2ADA-44B4-4D71-9D73-478D7FF6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AB48BF-9A5F-465A-AB2B-F8A890800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3FF6D-F024-42A3-A32F-054D8C21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194C6-3746-4C25-8FAF-D990AFA9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F76FA-ABFC-4D91-8DC4-AAF6BE39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13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E8063A-69C0-43C8-B3A6-06B845D78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457160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ED562-4B7A-436F-B198-4DC8F35AE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84967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0F297-6540-4353-A471-EC2E50CE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D26D1-A2CA-45BD-BAE3-E1602045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36C6D-A9BB-4F5C-9FD0-200AA8E8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4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705FFD-B499-43FE-8328-AC8B3E64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68" y="1724964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84EE8D-9696-4FC3-9728-C0DE15D8B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7927CA-E13D-49A2-B38B-B8F610B9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4967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2B3E-2E31-41B3-8B43-E1485D50A243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724A2A-418F-4078-84A9-834D497F9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4843" y="30029342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A55A0A-1EBB-4E98-A9A4-9C042BAAA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54665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72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19951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988" indent="-404988" algn="l" defTabSz="1619951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1pPr>
      <a:lvl2pPr marL="1214963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4939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4914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4890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4865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4816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4792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09976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19951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29927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39902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49878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59853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69829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79804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1D63F83-3A12-4993-8571-C28B11E75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4968"/>
            <a:ext cx="21445752" cy="1213882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9962D5E-074B-49A5-B238-242D12CA4AEE}"/>
              </a:ext>
            </a:extLst>
          </p:cNvPr>
          <p:cNvSpPr txBox="1"/>
          <p:nvPr/>
        </p:nvSpPr>
        <p:spPr>
          <a:xfrm>
            <a:off x="1003604" y="820144"/>
            <a:ext cx="19592316" cy="74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2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Perception, Reason, Think, and Plan: </a:t>
            </a:r>
            <a:r>
              <a:rPr lang="en-US" altLang="zh-CN" sz="423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ASurvey</a:t>
            </a:r>
            <a:r>
              <a:rPr lang="en-US" altLang="zh-CN" sz="42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Large Multimodal Reasoning Models</a:t>
            </a:r>
            <a:endParaRPr lang="zh-CN" altLang="en-US" sz="423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0F6B0BF8-7876-4C51-B8D3-EE1A18ADE236}"/>
              </a:ext>
            </a:extLst>
          </p:cNvPr>
          <p:cNvSpPr/>
          <p:nvPr/>
        </p:nvSpPr>
        <p:spPr>
          <a:xfrm rot="3754119">
            <a:off x="1337533" y="16731331"/>
            <a:ext cx="8754620" cy="5717082"/>
          </a:xfrm>
          <a:custGeom>
            <a:avLst/>
            <a:gdLst>
              <a:gd name="connsiteX0" fmla="*/ 0 w 8754620"/>
              <a:gd name="connsiteY0" fmla="*/ 5717081 h 5717082"/>
              <a:gd name="connsiteX1" fmla="*/ 231328 w 8754620"/>
              <a:gd name="connsiteY1" fmla="*/ 5271402 h 5717082"/>
              <a:gd name="connsiteX2" fmla="*/ 8522973 w 8754620"/>
              <a:gd name="connsiteY2" fmla="*/ 0 h 5717082"/>
              <a:gd name="connsiteX3" fmla="*/ 8512773 w 8754620"/>
              <a:gd name="connsiteY3" fmla="*/ 19652 h 5717082"/>
              <a:gd name="connsiteX4" fmla="*/ 8748771 w 8754620"/>
              <a:gd name="connsiteY4" fmla="*/ 142146 h 5717082"/>
              <a:gd name="connsiteX5" fmla="*/ 8754620 w 8754620"/>
              <a:gd name="connsiteY5" fmla="*/ 151346 h 5717082"/>
              <a:gd name="connsiteX6" fmla="*/ 1 w 8754620"/>
              <a:gd name="connsiteY6" fmla="*/ 5717082 h 5717082"/>
              <a:gd name="connsiteX7" fmla="*/ 0 w 8754620"/>
              <a:gd name="connsiteY7" fmla="*/ 5717081 h 5717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54620" h="5717082">
                <a:moveTo>
                  <a:pt x="0" y="5717081"/>
                </a:moveTo>
                <a:lnTo>
                  <a:pt x="231328" y="5271402"/>
                </a:lnTo>
                <a:lnTo>
                  <a:pt x="8522973" y="0"/>
                </a:lnTo>
                <a:lnTo>
                  <a:pt x="8512773" y="19652"/>
                </a:lnTo>
                <a:lnTo>
                  <a:pt x="8748771" y="142146"/>
                </a:lnTo>
                <a:lnTo>
                  <a:pt x="8754620" y="151346"/>
                </a:lnTo>
                <a:lnTo>
                  <a:pt x="1" y="5717082"/>
                </a:lnTo>
                <a:lnTo>
                  <a:pt x="0" y="571708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C5D9CD59-41F6-4827-A9CC-C9C19377A9B5}"/>
              </a:ext>
            </a:extLst>
          </p:cNvPr>
          <p:cNvSpPr/>
          <p:nvPr/>
        </p:nvSpPr>
        <p:spPr>
          <a:xfrm rot="3754119">
            <a:off x="15158830" y="13918594"/>
            <a:ext cx="252000" cy="11156818"/>
          </a:xfrm>
          <a:custGeom>
            <a:avLst/>
            <a:gdLst>
              <a:gd name="connsiteX0" fmla="*/ 0 w 252000"/>
              <a:gd name="connsiteY0" fmla="*/ 447902 h 11156818"/>
              <a:gd name="connsiteX1" fmla="*/ 232481 w 252000"/>
              <a:gd name="connsiteY1" fmla="*/ 0 h 11156818"/>
              <a:gd name="connsiteX2" fmla="*/ 252000 w 252000"/>
              <a:gd name="connsiteY2" fmla="*/ 0 h 11156818"/>
              <a:gd name="connsiteX3" fmla="*/ 252000 w 252000"/>
              <a:gd name="connsiteY3" fmla="*/ 11156818 h 11156818"/>
              <a:gd name="connsiteX4" fmla="*/ 51229 w 252000"/>
              <a:gd name="connsiteY4" fmla="*/ 11052608 h 11156818"/>
              <a:gd name="connsiteX5" fmla="*/ 0 w 252000"/>
              <a:gd name="connsiteY5" fmla="*/ 11151306 h 11156818"/>
              <a:gd name="connsiteX6" fmla="*/ 0 w 252000"/>
              <a:gd name="connsiteY6" fmla="*/ 447902 h 11156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00" h="11156818">
                <a:moveTo>
                  <a:pt x="0" y="447902"/>
                </a:moveTo>
                <a:lnTo>
                  <a:pt x="232481" y="0"/>
                </a:lnTo>
                <a:lnTo>
                  <a:pt x="252000" y="0"/>
                </a:lnTo>
                <a:lnTo>
                  <a:pt x="252000" y="11156818"/>
                </a:lnTo>
                <a:lnTo>
                  <a:pt x="51229" y="11052608"/>
                </a:lnTo>
                <a:lnTo>
                  <a:pt x="0" y="11151306"/>
                </a:lnTo>
                <a:lnTo>
                  <a:pt x="0" y="4479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CD8C296-C069-437C-930F-A963742E08F1}"/>
              </a:ext>
            </a:extLst>
          </p:cNvPr>
          <p:cNvSpPr/>
          <p:nvPr/>
        </p:nvSpPr>
        <p:spPr>
          <a:xfrm rot="3754119">
            <a:off x="6972542" y="23860968"/>
            <a:ext cx="6503382" cy="3445554"/>
          </a:xfrm>
          <a:custGeom>
            <a:avLst/>
            <a:gdLst>
              <a:gd name="connsiteX0" fmla="*/ 0 w 6503382"/>
              <a:gd name="connsiteY0" fmla="*/ 105316 h 3445554"/>
              <a:gd name="connsiteX1" fmla="*/ 54664 w 6503382"/>
              <a:gd name="connsiteY1" fmla="*/ 0 h 3445554"/>
              <a:gd name="connsiteX2" fmla="*/ 54664 w 6503382"/>
              <a:gd name="connsiteY2" fmla="*/ 15764 h 3445554"/>
              <a:gd name="connsiteX3" fmla="*/ 306664 w 6503382"/>
              <a:gd name="connsiteY3" fmla="*/ 15763 h 3445554"/>
              <a:gd name="connsiteX4" fmla="*/ 306664 w 6503382"/>
              <a:gd name="connsiteY4" fmla="*/ 5512 h 3445554"/>
              <a:gd name="connsiteX5" fmla="*/ 6503382 w 6503382"/>
              <a:gd name="connsiteY5" fmla="*/ 3221888 h 3445554"/>
              <a:gd name="connsiteX6" fmla="*/ 6387289 w 6503382"/>
              <a:gd name="connsiteY6" fmla="*/ 3445554 h 3445554"/>
              <a:gd name="connsiteX7" fmla="*/ 225798 w 6503382"/>
              <a:gd name="connsiteY7" fmla="*/ 247462 h 3445554"/>
              <a:gd name="connsiteX8" fmla="*/ 96447 w 6503382"/>
              <a:gd name="connsiteY8" fmla="*/ 44000 h 3445554"/>
              <a:gd name="connsiteX9" fmla="*/ 0 w 6503382"/>
              <a:gd name="connsiteY9" fmla="*/ 105316 h 3445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03382" h="3445554">
                <a:moveTo>
                  <a:pt x="0" y="105316"/>
                </a:moveTo>
                <a:lnTo>
                  <a:pt x="54664" y="0"/>
                </a:lnTo>
                <a:lnTo>
                  <a:pt x="54664" y="15764"/>
                </a:lnTo>
                <a:lnTo>
                  <a:pt x="306664" y="15763"/>
                </a:lnTo>
                <a:lnTo>
                  <a:pt x="306664" y="5512"/>
                </a:lnTo>
                <a:lnTo>
                  <a:pt x="6503382" y="3221888"/>
                </a:lnTo>
                <a:lnTo>
                  <a:pt x="6387289" y="3445554"/>
                </a:lnTo>
                <a:lnTo>
                  <a:pt x="225798" y="247462"/>
                </a:lnTo>
                <a:lnTo>
                  <a:pt x="96447" y="44000"/>
                </a:lnTo>
                <a:lnTo>
                  <a:pt x="0" y="1053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E742CC96-ED4E-4C53-999B-B68DECA04281}"/>
              </a:ext>
            </a:extLst>
          </p:cNvPr>
          <p:cNvSpPr/>
          <p:nvPr/>
        </p:nvSpPr>
        <p:spPr>
          <a:xfrm rot="3754119">
            <a:off x="-3667145" y="17503389"/>
            <a:ext cx="15486969" cy="12278209"/>
          </a:xfrm>
          <a:custGeom>
            <a:avLst/>
            <a:gdLst>
              <a:gd name="connsiteX0" fmla="*/ 0 w 15486969"/>
              <a:gd name="connsiteY0" fmla="*/ 6686028 h 12278209"/>
              <a:gd name="connsiteX1" fmla="*/ 576707 w 15486969"/>
              <a:gd name="connsiteY1" fmla="*/ 5574935 h 12278209"/>
              <a:gd name="connsiteX2" fmla="*/ 576708 w 15486969"/>
              <a:gd name="connsiteY2" fmla="*/ 5574936 h 12278209"/>
              <a:gd name="connsiteX3" fmla="*/ 9331327 w 15486969"/>
              <a:gd name="connsiteY3" fmla="*/ 9200 h 12278209"/>
              <a:gd name="connsiteX4" fmla="*/ 9325478 w 15486969"/>
              <a:gd name="connsiteY4" fmla="*/ 0 h 12278209"/>
              <a:gd name="connsiteX5" fmla="*/ 15486969 w 15486969"/>
              <a:gd name="connsiteY5" fmla="*/ 3198092 h 12278209"/>
              <a:gd name="connsiteX6" fmla="*/ 10773978 w 15486969"/>
              <a:gd name="connsiteY6" fmla="*/ 12278209 h 12278209"/>
              <a:gd name="connsiteX7" fmla="*/ 0 w 15486969"/>
              <a:gd name="connsiteY7" fmla="*/ 6686028 h 12278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6969" h="12278209">
                <a:moveTo>
                  <a:pt x="0" y="6686028"/>
                </a:moveTo>
                <a:lnTo>
                  <a:pt x="576707" y="5574935"/>
                </a:lnTo>
                <a:lnTo>
                  <a:pt x="576708" y="5574936"/>
                </a:lnTo>
                <a:lnTo>
                  <a:pt x="9331327" y="9200"/>
                </a:lnTo>
                <a:lnTo>
                  <a:pt x="9325478" y="0"/>
                </a:lnTo>
                <a:lnTo>
                  <a:pt x="15486969" y="3198092"/>
                </a:lnTo>
                <a:lnTo>
                  <a:pt x="10773978" y="12278209"/>
                </a:lnTo>
                <a:lnTo>
                  <a:pt x="0" y="6686028"/>
                </a:lnTo>
                <a:close/>
              </a:path>
            </a:pathLst>
          </a:custGeom>
          <a:solidFill>
            <a:srgbClr val="E9F0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EDC68F7D-BD68-4170-909A-DFB040273A97}"/>
              </a:ext>
            </a:extLst>
          </p:cNvPr>
          <p:cNvSpPr/>
          <p:nvPr/>
        </p:nvSpPr>
        <p:spPr>
          <a:xfrm rot="3754119">
            <a:off x="6548704" y="8981558"/>
            <a:ext cx="8346309" cy="16080122"/>
          </a:xfrm>
          <a:custGeom>
            <a:avLst/>
            <a:gdLst>
              <a:gd name="connsiteX0" fmla="*/ 0 w 8346309"/>
              <a:gd name="connsiteY0" fmla="*/ 16080122 h 16080122"/>
              <a:gd name="connsiteX1" fmla="*/ 8346309 w 8346309"/>
              <a:gd name="connsiteY1" fmla="*/ 0 h 16080122"/>
              <a:gd name="connsiteX2" fmla="*/ 8346309 w 8346309"/>
              <a:gd name="connsiteY2" fmla="*/ 10703404 h 16080122"/>
              <a:gd name="connsiteX3" fmla="*/ 8291645 w 8346309"/>
              <a:gd name="connsiteY3" fmla="*/ 10808720 h 16080122"/>
              <a:gd name="connsiteX4" fmla="*/ 0 w 8346309"/>
              <a:gd name="connsiteY4" fmla="*/ 16080122 h 1608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6309" h="16080122">
                <a:moveTo>
                  <a:pt x="0" y="16080122"/>
                </a:moveTo>
                <a:lnTo>
                  <a:pt x="8346309" y="0"/>
                </a:lnTo>
                <a:lnTo>
                  <a:pt x="8346309" y="10703404"/>
                </a:lnTo>
                <a:lnTo>
                  <a:pt x="8291645" y="10808720"/>
                </a:lnTo>
                <a:lnTo>
                  <a:pt x="0" y="16080122"/>
                </a:lnTo>
                <a:close/>
              </a:path>
            </a:pathLst>
          </a:custGeom>
          <a:solidFill>
            <a:srgbClr val="EE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057998A8-E494-49DB-88E8-46BA1C7F4E81}"/>
              </a:ext>
            </a:extLst>
          </p:cNvPr>
          <p:cNvSpPr/>
          <p:nvPr/>
        </p:nvSpPr>
        <p:spPr>
          <a:xfrm rot="3754119">
            <a:off x="11265303" y="17492494"/>
            <a:ext cx="11225115" cy="15242360"/>
          </a:xfrm>
          <a:custGeom>
            <a:avLst/>
            <a:gdLst>
              <a:gd name="connsiteX0" fmla="*/ 0 w 11225115"/>
              <a:gd name="connsiteY0" fmla="*/ 869166 h 15242360"/>
              <a:gd name="connsiteX1" fmla="*/ 451136 w 11225115"/>
              <a:gd name="connsiteY1" fmla="*/ 0 h 15242360"/>
              <a:gd name="connsiteX2" fmla="*/ 11225115 w 11225115"/>
              <a:gd name="connsiteY2" fmla="*/ 5592181 h 15242360"/>
              <a:gd name="connsiteX3" fmla="*/ 6216237 w 11225115"/>
              <a:gd name="connsiteY3" fmla="*/ 15242360 h 15242360"/>
              <a:gd name="connsiteX4" fmla="*/ 19519 w 11225115"/>
              <a:gd name="connsiteY4" fmla="*/ 12025984 h 15242360"/>
              <a:gd name="connsiteX5" fmla="*/ 19519 w 11225115"/>
              <a:gd name="connsiteY5" fmla="*/ 869166 h 15242360"/>
              <a:gd name="connsiteX6" fmla="*/ 0 w 11225115"/>
              <a:gd name="connsiteY6" fmla="*/ 869166 h 152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25115" h="15242360">
                <a:moveTo>
                  <a:pt x="0" y="869166"/>
                </a:moveTo>
                <a:lnTo>
                  <a:pt x="451136" y="0"/>
                </a:lnTo>
                <a:lnTo>
                  <a:pt x="11225115" y="5592181"/>
                </a:lnTo>
                <a:lnTo>
                  <a:pt x="6216237" y="15242360"/>
                </a:lnTo>
                <a:lnTo>
                  <a:pt x="19519" y="12025984"/>
                </a:lnTo>
                <a:lnTo>
                  <a:pt x="19519" y="869166"/>
                </a:lnTo>
                <a:lnTo>
                  <a:pt x="0" y="869166"/>
                </a:lnTo>
                <a:close/>
              </a:path>
            </a:pathLst>
          </a:custGeom>
          <a:solidFill>
            <a:srgbClr val="FBE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BEA9424C-F6B5-4B16-B87D-AA153665F115}"/>
              </a:ext>
            </a:extLst>
          </p:cNvPr>
          <p:cNvSpPr/>
          <p:nvPr/>
        </p:nvSpPr>
        <p:spPr>
          <a:xfrm>
            <a:off x="6862990" y="19350726"/>
            <a:ext cx="6743700" cy="6743700"/>
          </a:xfrm>
          <a:prstGeom prst="ellipse">
            <a:avLst/>
          </a:prstGeom>
          <a:solidFill>
            <a:srgbClr val="E0D4E7"/>
          </a:solidFill>
          <a:ln w="57150">
            <a:solidFill>
              <a:srgbClr val="9472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F62DA3B3-1DF1-499A-9BCA-60CAD94BE751}"/>
              </a:ext>
            </a:extLst>
          </p:cNvPr>
          <p:cNvSpPr/>
          <p:nvPr/>
        </p:nvSpPr>
        <p:spPr>
          <a:xfrm>
            <a:off x="8483600" y="20974624"/>
            <a:ext cx="3657600" cy="36576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89E894E-4EAB-4434-A3D8-0F067EE659C1}"/>
              </a:ext>
            </a:extLst>
          </p:cNvPr>
          <p:cNvCxnSpPr>
            <a:cxnSpLocks/>
          </p:cNvCxnSpPr>
          <p:nvPr/>
        </p:nvCxnSpPr>
        <p:spPr>
          <a:xfrm flipH="1" flipV="1">
            <a:off x="7645400" y="20606324"/>
            <a:ext cx="1399244" cy="967444"/>
          </a:xfrm>
          <a:prstGeom prst="line">
            <a:avLst/>
          </a:prstGeom>
          <a:ln w="381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4A6C128-91DD-4737-B3C9-5F216921B6BA}"/>
              </a:ext>
            </a:extLst>
          </p:cNvPr>
          <p:cNvCxnSpPr>
            <a:cxnSpLocks/>
          </p:cNvCxnSpPr>
          <p:nvPr/>
        </p:nvCxnSpPr>
        <p:spPr>
          <a:xfrm flipH="1">
            <a:off x="11623728" y="20797946"/>
            <a:ext cx="1351894" cy="827744"/>
          </a:xfrm>
          <a:prstGeom prst="line">
            <a:avLst/>
          </a:prstGeom>
          <a:ln w="381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932FE2D8-76F5-4EA4-B17A-24D2E42569FF}"/>
              </a:ext>
            </a:extLst>
          </p:cNvPr>
          <p:cNvCxnSpPr>
            <a:cxnSpLocks/>
            <a:endCxn id="51" idx="4"/>
          </p:cNvCxnSpPr>
          <p:nvPr/>
        </p:nvCxnSpPr>
        <p:spPr>
          <a:xfrm>
            <a:off x="10224233" y="24647027"/>
            <a:ext cx="10607" cy="1447399"/>
          </a:xfrm>
          <a:prstGeom prst="line">
            <a:avLst/>
          </a:prstGeom>
          <a:ln w="381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A3D0D2E-2975-42F0-A4CE-96BA3FEBC672}"/>
              </a:ext>
            </a:extLst>
          </p:cNvPr>
          <p:cNvSpPr/>
          <p:nvPr/>
        </p:nvSpPr>
        <p:spPr>
          <a:xfrm>
            <a:off x="3599543" y="20025753"/>
            <a:ext cx="3048000" cy="2452914"/>
          </a:xfrm>
          <a:prstGeom prst="roundRect">
            <a:avLst/>
          </a:prstGeom>
          <a:solidFill>
            <a:srgbClr val="DAE8FB"/>
          </a:solidFill>
          <a:ln w="38100">
            <a:solidFill>
              <a:srgbClr val="819F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E289991F-BB1B-4BE3-B22F-1DF8A6860B28}"/>
              </a:ext>
            </a:extLst>
          </p:cNvPr>
          <p:cNvSpPr/>
          <p:nvPr/>
        </p:nvSpPr>
        <p:spPr>
          <a:xfrm>
            <a:off x="3692949" y="23059383"/>
            <a:ext cx="3048000" cy="2452914"/>
          </a:xfrm>
          <a:prstGeom prst="roundRect">
            <a:avLst/>
          </a:prstGeom>
          <a:solidFill>
            <a:srgbClr val="DAE8FB"/>
          </a:solidFill>
          <a:ln w="38100">
            <a:solidFill>
              <a:srgbClr val="819F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8E674B5-11D4-4A23-BEFA-CA3F90807F93}"/>
              </a:ext>
            </a:extLst>
          </p:cNvPr>
          <p:cNvSpPr/>
          <p:nvPr/>
        </p:nvSpPr>
        <p:spPr>
          <a:xfrm>
            <a:off x="3343904" y="26443300"/>
            <a:ext cx="3048000" cy="2452914"/>
          </a:xfrm>
          <a:prstGeom prst="roundRect">
            <a:avLst/>
          </a:prstGeom>
          <a:solidFill>
            <a:srgbClr val="DAE8FB"/>
          </a:solidFill>
          <a:ln w="38100">
            <a:solidFill>
              <a:srgbClr val="819F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B02E186B-4436-4B3C-B8A1-88FC34480249}"/>
              </a:ext>
            </a:extLst>
          </p:cNvPr>
          <p:cNvSpPr/>
          <p:nvPr/>
        </p:nvSpPr>
        <p:spPr>
          <a:xfrm>
            <a:off x="6778510" y="26443300"/>
            <a:ext cx="3048000" cy="2452914"/>
          </a:xfrm>
          <a:prstGeom prst="roundRect">
            <a:avLst/>
          </a:prstGeom>
          <a:solidFill>
            <a:srgbClr val="DAE8FB"/>
          </a:solidFill>
          <a:ln w="38100">
            <a:solidFill>
              <a:srgbClr val="819F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FAE55C9B-D148-49C7-886F-E151CE962398}"/>
              </a:ext>
            </a:extLst>
          </p:cNvPr>
          <p:cNvSpPr/>
          <p:nvPr/>
        </p:nvSpPr>
        <p:spPr>
          <a:xfrm>
            <a:off x="392895" y="23712018"/>
            <a:ext cx="3048000" cy="2452914"/>
          </a:xfrm>
          <a:prstGeom prst="roundRect">
            <a:avLst/>
          </a:prstGeom>
          <a:solidFill>
            <a:srgbClr val="DAE8FB"/>
          </a:solidFill>
          <a:ln w="38100">
            <a:solidFill>
              <a:srgbClr val="819F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7ABC47D9-B6A4-40F6-AC1B-CBC0EA678F80}"/>
              </a:ext>
            </a:extLst>
          </p:cNvPr>
          <p:cNvSpPr/>
          <p:nvPr/>
        </p:nvSpPr>
        <p:spPr>
          <a:xfrm>
            <a:off x="79595" y="19490047"/>
            <a:ext cx="3048000" cy="2452914"/>
          </a:xfrm>
          <a:prstGeom prst="roundRect">
            <a:avLst/>
          </a:prstGeom>
          <a:solidFill>
            <a:srgbClr val="DAE8FB"/>
          </a:solidFill>
          <a:ln w="38100">
            <a:solidFill>
              <a:srgbClr val="819F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D04DF684-E005-46BB-9384-81EFE4205E85}"/>
              </a:ext>
            </a:extLst>
          </p:cNvPr>
          <p:cNvSpPr/>
          <p:nvPr/>
        </p:nvSpPr>
        <p:spPr>
          <a:xfrm>
            <a:off x="5534025" y="17229031"/>
            <a:ext cx="2857912" cy="1961243"/>
          </a:xfrm>
          <a:prstGeom prst="roundRect">
            <a:avLst/>
          </a:prstGeom>
          <a:solidFill>
            <a:srgbClr val="D4E8D3"/>
          </a:solidFill>
          <a:ln w="38100">
            <a:solidFill>
              <a:srgbClr val="96B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01FD1E43-4C79-4FE9-9981-A687DD8389B4}"/>
              </a:ext>
            </a:extLst>
          </p:cNvPr>
          <p:cNvSpPr/>
          <p:nvPr/>
        </p:nvSpPr>
        <p:spPr>
          <a:xfrm>
            <a:off x="12587708" y="17229031"/>
            <a:ext cx="2857912" cy="1961243"/>
          </a:xfrm>
          <a:prstGeom prst="roundRect">
            <a:avLst/>
          </a:prstGeom>
          <a:solidFill>
            <a:srgbClr val="D4E8D3"/>
          </a:solidFill>
          <a:ln w="38100">
            <a:solidFill>
              <a:srgbClr val="96B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D504AF89-A25F-48B7-A2CE-02B72E163D39}"/>
              </a:ext>
            </a:extLst>
          </p:cNvPr>
          <p:cNvSpPr/>
          <p:nvPr/>
        </p:nvSpPr>
        <p:spPr>
          <a:xfrm>
            <a:off x="8618309" y="17229030"/>
            <a:ext cx="3704319" cy="1961243"/>
          </a:xfrm>
          <a:prstGeom prst="roundRect">
            <a:avLst/>
          </a:prstGeom>
          <a:solidFill>
            <a:srgbClr val="D4E8D3"/>
          </a:solidFill>
          <a:ln w="38100">
            <a:solidFill>
              <a:srgbClr val="96B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5E374493-A887-484D-B6BF-E72969CF0F60}"/>
              </a:ext>
            </a:extLst>
          </p:cNvPr>
          <p:cNvSpPr/>
          <p:nvPr/>
        </p:nvSpPr>
        <p:spPr>
          <a:xfrm>
            <a:off x="14575708" y="19895124"/>
            <a:ext cx="2778842" cy="2124075"/>
          </a:xfrm>
          <a:prstGeom prst="roundRect">
            <a:avLst/>
          </a:prstGeom>
          <a:solidFill>
            <a:srgbClr val="F8CECC"/>
          </a:solidFill>
          <a:ln w="38100">
            <a:solidFill>
              <a:srgbClr val="B54C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9BA6FB95-F2BB-49C3-914C-6C63E3655A1F}"/>
              </a:ext>
            </a:extLst>
          </p:cNvPr>
          <p:cNvSpPr/>
          <p:nvPr/>
        </p:nvSpPr>
        <p:spPr>
          <a:xfrm>
            <a:off x="13741136" y="23059383"/>
            <a:ext cx="2778842" cy="2124075"/>
          </a:xfrm>
          <a:prstGeom prst="roundRect">
            <a:avLst/>
          </a:prstGeom>
          <a:solidFill>
            <a:srgbClr val="F8CECC"/>
          </a:solidFill>
          <a:ln w="38100">
            <a:solidFill>
              <a:srgbClr val="B54C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960E6028-89C1-4CE4-BE93-183D7F9C9F6B}"/>
              </a:ext>
            </a:extLst>
          </p:cNvPr>
          <p:cNvSpPr/>
          <p:nvPr/>
        </p:nvSpPr>
        <p:spPr>
          <a:xfrm>
            <a:off x="17565125" y="19654466"/>
            <a:ext cx="2778842" cy="2124075"/>
          </a:xfrm>
          <a:prstGeom prst="roundRect">
            <a:avLst/>
          </a:prstGeom>
          <a:solidFill>
            <a:srgbClr val="F8CECC"/>
          </a:solidFill>
          <a:ln w="38100">
            <a:solidFill>
              <a:srgbClr val="B54C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C01776DF-D229-4591-82F9-60738684343D}"/>
              </a:ext>
            </a:extLst>
          </p:cNvPr>
          <p:cNvSpPr/>
          <p:nvPr/>
        </p:nvSpPr>
        <p:spPr>
          <a:xfrm>
            <a:off x="16629480" y="23059382"/>
            <a:ext cx="2778842" cy="2124075"/>
          </a:xfrm>
          <a:prstGeom prst="roundRect">
            <a:avLst/>
          </a:prstGeom>
          <a:solidFill>
            <a:srgbClr val="F8CECC"/>
          </a:solidFill>
          <a:ln w="38100">
            <a:solidFill>
              <a:srgbClr val="B54C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0F17D593-CC21-42F8-BD2E-B65806DBA1B9}"/>
              </a:ext>
            </a:extLst>
          </p:cNvPr>
          <p:cNvSpPr/>
          <p:nvPr/>
        </p:nvSpPr>
        <p:spPr>
          <a:xfrm>
            <a:off x="19517824" y="22254424"/>
            <a:ext cx="1513376" cy="3257873"/>
          </a:xfrm>
          <a:prstGeom prst="roundRect">
            <a:avLst/>
          </a:prstGeom>
          <a:solidFill>
            <a:srgbClr val="F8CECC"/>
          </a:solidFill>
          <a:ln w="38100">
            <a:solidFill>
              <a:srgbClr val="B54C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FE082153-0ED3-48AC-8514-2D21AC1462F0}"/>
              </a:ext>
            </a:extLst>
          </p:cNvPr>
          <p:cNvSpPr/>
          <p:nvPr/>
        </p:nvSpPr>
        <p:spPr>
          <a:xfrm>
            <a:off x="10459795" y="26326759"/>
            <a:ext cx="2446580" cy="2452914"/>
          </a:xfrm>
          <a:prstGeom prst="roundRect">
            <a:avLst/>
          </a:prstGeom>
          <a:solidFill>
            <a:srgbClr val="F8CECC"/>
          </a:solidFill>
          <a:ln w="38100">
            <a:solidFill>
              <a:srgbClr val="B54C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C82D99C0-BB1D-4056-9A35-A18182CABFD8}"/>
              </a:ext>
            </a:extLst>
          </p:cNvPr>
          <p:cNvSpPr/>
          <p:nvPr/>
        </p:nvSpPr>
        <p:spPr>
          <a:xfrm>
            <a:off x="12999040" y="26326759"/>
            <a:ext cx="2446580" cy="2452914"/>
          </a:xfrm>
          <a:prstGeom prst="roundRect">
            <a:avLst/>
          </a:prstGeom>
          <a:solidFill>
            <a:srgbClr val="F8CECC"/>
          </a:solidFill>
          <a:ln w="38100">
            <a:solidFill>
              <a:srgbClr val="B54C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FAD259D7-5F6B-4BC2-B5DF-6224AE640A40}"/>
              </a:ext>
            </a:extLst>
          </p:cNvPr>
          <p:cNvSpPr/>
          <p:nvPr/>
        </p:nvSpPr>
        <p:spPr>
          <a:xfrm>
            <a:off x="15809041" y="26414717"/>
            <a:ext cx="2446580" cy="2452914"/>
          </a:xfrm>
          <a:prstGeom prst="roundRect">
            <a:avLst/>
          </a:prstGeom>
          <a:solidFill>
            <a:srgbClr val="F8CECC"/>
          </a:solidFill>
          <a:ln w="38100">
            <a:solidFill>
              <a:srgbClr val="B54C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77DD085-1621-48BE-8442-4221DA4B100B}"/>
              </a:ext>
            </a:extLst>
          </p:cNvPr>
          <p:cNvSpPr/>
          <p:nvPr/>
        </p:nvSpPr>
        <p:spPr>
          <a:xfrm>
            <a:off x="18619042" y="26414717"/>
            <a:ext cx="2446580" cy="2452914"/>
          </a:xfrm>
          <a:prstGeom prst="roundRect">
            <a:avLst/>
          </a:prstGeom>
          <a:solidFill>
            <a:srgbClr val="F8CECC"/>
          </a:solidFill>
          <a:ln w="38100">
            <a:solidFill>
              <a:srgbClr val="B54C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3EA9E570-256C-4628-BC91-846D9CD27565}"/>
              </a:ext>
            </a:extLst>
          </p:cNvPr>
          <p:cNvCxnSpPr/>
          <p:nvPr/>
        </p:nvCxnSpPr>
        <p:spPr>
          <a:xfrm flipH="1" flipV="1">
            <a:off x="-90702" y="22188381"/>
            <a:ext cx="6941445" cy="899886"/>
          </a:xfrm>
          <a:prstGeom prst="line">
            <a:avLst/>
          </a:prstGeom>
          <a:ln w="38100">
            <a:solidFill>
              <a:srgbClr val="E0D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A6F292B0-36CA-4D60-9A4A-8F4607A4B8A8}"/>
              </a:ext>
            </a:extLst>
          </p:cNvPr>
          <p:cNvCxnSpPr>
            <a:cxnSpLocks/>
          </p:cNvCxnSpPr>
          <p:nvPr/>
        </p:nvCxnSpPr>
        <p:spPr>
          <a:xfrm flipH="1">
            <a:off x="-103171" y="25275779"/>
            <a:ext cx="8064440" cy="1678750"/>
          </a:xfrm>
          <a:prstGeom prst="line">
            <a:avLst/>
          </a:prstGeom>
          <a:ln w="38100">
            <a:solidFill>
              <a:srgbClr val="E0D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5BA6B489-EF0C-4443-B4FA-205BBF670DF6}"/>
              </a:ext>
            </a:extLst>
          </p:cNvPr>
          <p:cNvCxnSpPr>
            <a:cxnSpLocks/>
          </p:cNvCxnSpPr>
          <p:nvPr/>
        </p:nvCxnSpPr>
        <p:spPr>
          <a:xfrm flipH="1">
            <a:off x="13606690" y="21794898"/>
            <a:ext cx="7653110" cy="675510"/>
          </a:xfrm>
          <a:prstGeom prst="line">
            <a:avLst/>
          </a:prstGeom>
          <a:ln w="38100">
            <a:solidFill>
              <a:srgbClr val="E0D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14567D88-DA54-442E-9154-5C3FC29EFD71}"/>
              </a:ext>
            </a:extLst>
          </p:cNvPr>
          <p:cNvCxnSpPr>
            <a:cxnSpLocks/>
          </p:cNvCxnSpPr>
          <p:nvPr/>
        </p:nvCxnSpPr>
        <p:spPr>
          <a:xfrm flipH="1" flipV="1">
            <a:off x="12351205" y="25467608"/>
            <a:ext cx="8781595" cy="233230"/>
          </a:xfrm>
          <a:prstGeom prst="line">
            <a:avLst/>
          </a:prstGeom>
          <a:ln w="38100">
            <a:solidFill>
              <a:srgbClr val="E0D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812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15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佳慧 王</cp:lastModifiedBy>
  <cp:revision>69</cp:revision>
  <dcterms:created xsi:type="dcterms:W3CDTF">2025-09-29T11:46:49Z</dcterms:created>
  <dcterms:modified xsi:type="dcterms:W3CDTF">2025-11-07T09:24:05Z</dcterms:modified>
</cp:coreProperties>
</file>