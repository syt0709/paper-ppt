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</p:sldIdLst>
  <p:sldSz cx="18000663" cy="2880042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3F9D"/>
    <a:srgbClr val="C00000"/>
    <a:srgbClr val="31B85E"/>
    <a:srgbClr val="7233A0"/>
    <a:srgbClr val="F8FAAB"/>
    <a:srgbClr val="DAE2F3"/>
    <a:srgbClr val="00AFEF"/>
    <a:srgbClr val="1AB35E"/>
    <a:srgbClr val="EB93CF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1074" y="-55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4713405"/>
            <a:ext cx="15300564" cy="10026815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15126892"/>
            <a:ext cx="13500497" cy="6953434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558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7019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7180114"/>
            <a:ext cx="15525572" cy="11980175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19273626"/>
            <a:ext cx="15525572" cy="6300091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/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75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75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42750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7666780"/>
            <a:ext cx="7650282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7666780"/>
            <a:ext cx="7650282" cy="1827360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66447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533362"/>
            <a:ext cx="15525572" cy="556675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7060106"/>
            <a:ext cx="7615123" cy="3460049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10520155"/>
            <a:ext cx="7615123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7060106"/>
            <a:ext cx="7652626" cy="3460049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10520155"/>
            <a:ext cx="7652626" cy="1547356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080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11469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367292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920028"/>
            <a:ext cx="5805682" cy="672009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4146734"/>
            <a:ext cx="9112836" cy="20466969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8640127"/>
            <a:ext cx="5805682" cy="1600690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83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1920028"/>
            <a:ext cx="5805682" cy="672009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4146734"/>
            <a:ext cx="9112836" cy="20466969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8640127"/>
            <a:ext cx="5805682" cy="16006905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8411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05322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1533356"/>
            <a:ext cx="3881393" cy="2440702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1533356"/>
            <a:ext cx="11419171" cy="2440702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39902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1533362"/>
            <a:ext cx="15525572" cy="55667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7666780"/>
            <a:ext cx="15525572" cy="18273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26693734"/>
            <a:ext cx="4050149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CBEEAD-F7A5-44AF-8E9C-6946C0020849}" type="datetimeFigureOut">
              <a:rPr lang="zh-CN" altLang="en-US" smtClean="0"/>
              <a:t>2025/11/12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26693734"/>
            <a:ext cx="6075224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26693734"/>
            <a:ext cx="4050149" cy="15333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10254A-B667-417E-9E3E-DA57180CE19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668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D6DF1820-A1F6-43E9-1CB1-C8FF60975B13}"/>
              </a:ext>
            </a:extLst>
          </p:cNvPr>
          <p:cNvSpPr/>
          <p:nvPr/>
        </p:nvSpPr>
        <p:spPr>
          <a:xfrm>
            <a:off x="2073396" y="15197032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57C709D4-C825-F8DF-C29F-4C6C858AFFA0}"/>
              </a:ext>
            </a:extLst>
          </p:cNvPr>
          <p:cNvSpPr/>
          <p:nvPr/>
        </p:nvSpPr>
        <p:spPr>
          <a:xfrm>
            <a:off x="4139581" y="15197031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3BC1DCE-20F8-BE4E-2652-9E3EE2BB3702}"/>
              </a:ext>
            </a:extLst>
          </p:cNvPr>
          <p:cNvSpPr/>
          <p:nvPr/>
        </p:nvSpPr>
        <p:spPr>
          <a:xfrm>
            <a:off x="6189211" y="15197031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4C4182BA-3843-DBFA-6A83-DFAC82AEF6A9}"/>
              </a:ext>
            </a:extLst>
          </p:cNvPr>
          <p:cNvSpPr/>
          <p:nvPr/>
        </p:nvSpPr>
        <p:spPr>
          <a:xfrm>
            <a:off x="8238841" y="15197030"/>
            <a:ext cx="1886674" cy="2534857"/>
          </a:xfrm>
          <a:prstGeom prst="roundRect">
            <a:avLst/>
          </a:prstGeom>
          <a:solidFill>
            <a:schemeClr val="bg1"/>
          </a:solidFill>
          <a:ln w="28575">
            <a:solidFill>
              <a:schemeClr val="tx1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E8AB0E8B-28B2-C4A5-49D8-12B2E17970BB}"/>
              </a:ext>
            </a:extLst>
          </p:cNvPr>
          <p:cNvSpPr/>
          <p:nvPr/>
        </p:nvSpPr>
        <p:spPr>
          <a:xfrm>
            <a:off x="2322149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4C2E6A3C-6BAC-62CB-5CBC-332D5478658A}"/>
              </a:ext>
            </a:extLst>
          </p:cNvPr>
          <p:cNvSpPr/>
          <p:nvPr/>
        </p:nvSpPr>
        <p:spPr>
          <a:xfrm>
            <a:off x="1432827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6EFBB731-8772-CD4B-23DB-7B75207FFB1E}"/>
              </a:ext>
            </a:extLst>
          </p:cNvPr>
          <p:cNvSpPr/>
          <p:nvPr/>
        </p:nvSpPr>
        <p:spPr>
          <a:xfrm>
            <a:off x="4384372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81B3C662-0788-A20A-E2AE-2B885FB40ADC}"/>
              </a:ext>
            </a:extLst>
          </p:cNvPr>
          <p:cNvSpPr/>
          <p:nvPr/>
        </p:nvSpPr>
        <p:spPr>
          <a:xfrm>
            <a:off x="6446595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6733F8F-FBDB-4554-4BEF-EC71F3CD1B62}"/>
              </a:ext>
            </a:extLst>
          </p:cNvPr>
          <p:cNvSpPr/>
          <p:nvPr/>
        </p:nvSpPr>
        <p:spPr>
          <a:xfrm>
            <a:off x="8508818" y="15567421"/>
            <a:ext cx="324092" cy="1990846"/>
          </a:xfrm>
          <a:prstGeom prst="roundRect">
            <a:avLst/>
          </a:prstGeom>
          <a:solidFill>
            <a:srgbClr val="F9F8E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4DBDA722-DE18-5BF7-2DC0-038EC22290C2}"/>
              </a:ext>
            </a:extLst>
          </p:cNvPr>
          <p:cNvSpPr/>
          <p:nvPr/>
        </p:nvSpPr>
        <p:spPr>
          <a:xfrm>
            <a:off x="2895097" y="15567421"/>
            <a:ext cx="920184" cy="1990846"/>
          </a:xfrm>
          <a:prstGeom prst="roundRect">
            <a:avLst/>
          </a:prstGeom>
          <a:solidFill>
            <a:srgbClr val="C3EB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ABB40B0A-70AD-F584-1B96-C626B6BF24C3}"/>
              </a:ext>
            </a:extLst>
          </p:cNvPr>
          <p:cNvSpPr/>
          <p:nvPr/>
        </p:nvSpPr>
        <p:spPr>
          <a:xfrm>
            <a:off x="4964125" y="15567421"/>
            <a:ext cx="920184" cy="1990846"/>
          </a:xfrm>
          <a:prstGeom prst="roundRect">
            <a:avLst/>
          </a:prstGeom>
          <a:solidFill>
            <a:srgbClr val="C3EB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E57C0E1-97A2-088B-7BCF-0B3B42260C96}"/>
              </a:ext>
            </a:extLst>
          </p:cNvPr>
          <p:cNvSpPr/>
          <p:nvPr/>
        </p:nvSpPr>
        <p:spPr>
          <a:xfrm>
            <a:off x="7022487" y="15567421"/>
            <a:ext cx="920184" cy="1990846"/>
          </a:xfrm>
          <a:prstGeom prst="roundRect">
            <a:avLst/>
          </a:prstGeom>
          <a:solidFill>
            <a:srgbClr val="F9C8C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53B473B8-50BC-65BF-F5BC-CDD9B418165E}"/>
              </a:ext>
            </a:extLst>
          </p:cNvPr>
          <p:cNvSpPr/>
          <p:nvPr/>
        </p:nvSpPr>
        <p:spPr>
          <a:xfrm>
            <a:off x="9068365" y="15567421"/>
            <a:ext cx="920184" cy="1990846"/>
          </a:xfrm>
          <a:prstGeom prst="roundRect">
            <a:avLst/>
          </a:prstGeom>
          <a:solidFill>
            <a:srgbClr val="F9C8C4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AD1B090-51ED-567F-24E8-202B69AF7CCD}"/>
              </a:ext>
            </a:extLst>
          </p:cNvPr>
          <p:cNvCxnSpPr>
            <a:stCxn id="4" idx="3"/>
            <a:endCxn id="3" idx="1"/>
          </p:cNvCxnSpPr>
          <p:nvPr/>
        </p:nvCxnSpPr>
        <p:spPr>
          <a:xfrm>
            <a:off x="1756919" y="16562844"/>
            <a:ext cx="56523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F081FB2B-8904-7BAD-3986-709E3C55458F}"/>
              </a:ext>
            </a:extLst>
          </p:cNvPr>
          <p:cNvCxnSpPr>
            <a:stCxn id="3" idx="3"/>
            <a:endCxn id="8" idx="1"/>
          </p:cNvCxnSpPr>
          <p:nvPr/>
        </p:nvCxnSpPr>
        <p:spPr>
          <a:xfrm>
            <a:off x="2646241" y="16562844"/>
            <a:ext cx="24885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00EDDBB-7FB3-9BEF-817B-50643613FDFD}"/>
              </a:ext>
            </a:extLst>
          </p:cNvPr>
          <p:cNvCxnSpPr>
            <a:endCxn id="5" idx="1"/>
          </p:cNvCxnSpPr>
          <p:nvPr/>
        </p:nvCxnSpPr>
        <p:spPr>
          <a:xfrm>
            <a:off x="3815281" y="16562844"/>
            <a:ext cx="56909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D6A5096C-5270-0416-CBD0-27D5CAA953BB}"/>
              </a:ext>
            </a:extLst>
          </p:cNvPr>
          <p:cNvCxnSpPr>
            <a:stCxn id="5" idx="3"/>
            <a:endCxn id="9" idx="1"/>
          </p:cNvCxnSpPr>
          <p:nvPr/>
        </p:nvCxnSpPr>
        <p:spPr>
          <a:xfrm>
            <a:off x="4708464" y="16562844"/>
            <a:ext cx="255661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B5D6B3CC-A6BD-0069-A9EE-3E71AE11867D}"/>
              </a:ext>
            </a:extLst>
          </p:cNvPr>
          <p:cNvCxnSpPr>
            <a:stCxn id="9" idx="3"/>
          </p:cNvCxnSpPr>
          <p:nvPr/>
        </p:nvCxnSpPr>
        <p:spPr>
          <a:xfrm>
            <a:off x="5884309" y="16562844"/>
            <a:ext cx="562286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4B711C55-F5BE-002E-39CE-F2F6F4212ABB}"/>
              </a:ext>
            </a:extLst>
          </p:cNvPr>
          <p:cNvCxnSpPr>
            <a:stCxn id="6" idx="3"/>
            <a:endCxn id="10" idx="1"/>
          </p:cNvCxnSpPr>
          <p:nvPr/>
        </p:nvCxnSpPr>
        <p:spPr>
          <a:xfrm>
            <a:off x="6770687" y="16562844"/>
            <a:ext cx="251800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E5B94FBE-4778-72A8-A963-D3402874BDB1}"/>
              </a:ext>
            </a:extLst>
          </p:cNvPr>
          <p:cNvCxnSpPr>
            <a:endCxn id="7" idx="1"/>
          </p:cNvCxnSpPr>
          <p:nvPr/>
        </p:nvCxnSpPr>
        <p:spPr>
          <a:xfrm>
            <a:off x="7942671" y="16562844"/>
            <a:ext cx="566147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C4CC277E-848B-7D21-7B77-8D30B93EE572}"/>
              </a:ext>
            </a:extLst>
          </p:cNvPr>
          <p:cNvCxnSpPr>
            <a:stCxn id="7" idx="3"/>
            <a:endCxn id="12" idx="1"/>
          </p:cNvCxnSpPr>
          <p:nvPr/>
        </p:nvCxnSpPr>
        <p:spPr>
          <a:xfrm>
            <a:off x="8832910" y="16562844"/>
            <a:ext cx="23545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>
            <a:extLst>
              <a:ext uri="{FF2B5EF4-FFF2-40B4-BE49-F238E27FC236}">
                <a16:creationId xmlns:a16="http://schemas.microsoft.com/office/drawing/2014/main" id="{B7A54A86-1760-DC5C-BA8B-E21828A0A00B}"/>
              </a:ext>
            </a:extLst>
          </p:cNvPr>
          <p:cNvSpPr/>
          <p:nvPr/>
        </p:nvSpPr>
        <p:spPr>
          <a:xfrm>
            <a:off x="10825325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564A1F5-EE01-517B-C2CC-4607CF8C0AA6}"/>
              </a:ext>
            </a:extLst>
          </p:cNvPr>
          <p:cNvSpPr/>
          <p:nvPr/>
        </p:nvSpPr>
        <p:spPr>
          <a:xfrm>
            <a:off x="11088215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4BE3672C-EA52-F23D-5FC7-986106B77E66}"/>
              </a:ext>
            </a:extLst>
          </p:cNvPr>
          <p:cNvSpPr/>
          <p:nvPr/>
        </p:nvSpPr>
        <p:spPr>
          <a:xfrm>
            <a:off x="11341199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50CCAF0-C9F0-81AE-2DC6-93123CE25468}"/>
              </a:ext>
            </a:extLst>
          </p:cNvPr>
          <p:cNvSpPr/>
          <p:nvPr/>
        </p:nvSpPr>
        <p:spPr>
          <a:xfrm>
            <a:off x="11594183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572CE2A2-7B49-8B14-63B0-FA26EECF87A2}"/>
              </a:ext>
            </a:extLst>
          </p:cNvPr>
          <p:cNvSpPr/>
          <p:nvPr/>
        </p:nvSpPr>
        <p:spPr>
          <a:xfrm>
            <a:off x="11847167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D23777A8-3DCF-32DF-D28B-52F7144F0625}"/>
              </a:ext>
            </a:extLst>
          </p:cNvPr>
          <p:cNvSpPr/>
          <p:nvPr/>
        </p:nvSpPr>
        <p:spPr>
          <a:xfrm>
            <a:off x="12100151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E11F4029-A5AD-CFF3-A0F6-0A6411F62421}"/>
              </a:ext>
            </a:extLst>
          </p:cNvPr>
          <p:cNvSpPr/>
          <p:nvPr/>
        </p:nvSpPr>
        <p:spPr>
          <a:xfrm>
            <a:off x="12353135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8100AE6-ACF7-7AC0-692A-8B79ABA2A200}"/>
              </a:ext>
            </a:extLst>
          </p:cNvPr>
          <p:cNvSpPr/>
          <p:nvPr/>
        </p:nvSpPr>
        <p:spPr>
          <a:xfrm>
            <a:off x="12606119" y="15985701"/>
            <a:ext cx="195072" cy="201168"/>
          </a:xfrm>
          <a:prstGeom prst="rect">
            <a:avLst/>
          </a:prstGeom>
          <a:solidFill>
            <a:srgbClr val="DDEAD5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637A2B69-9962-889F-6257-6C1CA24B99DC}"/>
              </a:ext>
            </a:extLst>
          </p:cNvPr>
          <p:cNvSpPr/>
          <p:nvPr/>
        </p:nvSpPr>
        <p:spPr>
          <a:xfrm>
            <a:off x="10825325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827E517C-A835-5BD1-0492-0363FBAC4C8F}"/>
              </a:ext>
            </a:extLst>
          </p:cNvPr>
          <p:cNvSpPr/>
          <p:nvPr/>
        </p:nvSpPr>
        <p:spPr>
          <a:xfrm>
            <a:off x="11088215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13CA21D-518A-720A-33A6-DADD415EF334}"/>
              </a:ext>
            </a:extLst>
          </p:cNvPr>
          <p:cNvSpPr/>
          <p:nvPr/>
        </p:nvSpPr>
        <p:spPr>
          <a:xfrm>
            <a:off x="11341199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705EB175-0D9D-E04A-ED80-89F7249B89FC}"/>
              </a:ext>
            </a:extLst>
          </p:cNvPr>
          <p:cNvSpPr/>
          <p:nvPr/>
        </p:nvSpPr>
        <p:spPr>
          <a:xfrm>
            <a:off x="11594183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13B17B31-0B38-2E92-32BD-47DAC2F84F69}"/>
              </a:ext>
            </a:extLst>
          </p:cNvPr>
          <p:cNvSpPr/>
          <p:nvPr/>
        </p:nvSpPr>
        <p:spPr>
          <a:xfrm>
            <a:off x="11847167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EDFC8127-E9FB-8658-79F7-D0236B2E736F}"/>
              </a:ext>
            </a:extLst>
          </p:cNvPr>
          <p:cNvSpPr/>
          <p:nvPr/>
        </p:nvSpPr>
        <p:spPr>
          <a:xfrm>
            <a:off x="12100151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FA4E696-DA9C-D50E-F02A-B9340572D699}"/>
              </a:ext>
            </a:extLst>
          </p:cNvPr>
          <p:cNvSpPr/>
          <p:nvPr/>
        </p:nvSpPr>
        <p:spPr>
          <a:xfrm>
            <a:off x="12353135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B86E3CD4-AB20-ED36-71E0-9B1068A68D65}"/>
              </a:ext>
            </a:extLst>
          </p:cNvPr>
          <p:cNvSpPr/>
          <p:nvPr/>
        </p:nvSpPr>
        <p:spPr>
          <a:xfrm>
            <a:off x="12606119" y="15704332"/>
            <a:ext cx="195072" cy="201168"/>
          </a:xfrm>
          <a:prstGeom prst="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6C4B43DF-1857-3C0F-4F17-D27074A075FC}"/>
              </a:ext>
            </a:extLst>
          </p:cNvPr>
          <p:cNvCxnSpPr/>
          <p:nvPr/>
        </p:nvCxnSpPr>
        <p:spPr>
          <a:xfrm flipV="1">
            <a:off x="10922861" y="15496623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>
            <a:extLst>
              <a:ext uri="{FF2B5EF4-FFF2-40B4-BE49-F238E27FC236}">
                <a16:creationId xmlns:a16="http://schemas.microsoft.com/office/drawing/2014/main" id="{286A0344-1435-1903-4218-14F7811CB3C0}"/>
              </a:ext>
            </a:extLst>
          </p:cNvPr>
          <p:cNvCxnSpPr/>
          <p:nvPr/>
        </p:nvCxnSpPr>
        <p:spPr>
          <a:xfrm flipV="1">
            <a:off x="11170511" y="15496623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>
            <a:extLst>
              <a:ext uri="{FF2B5EF4-FFF2-40B4-BE49-F238E27FC236}">
                <a16:creationId xmlns:a16="http://schemas.microsoft.com/office/drawing/2014/main" id="{FB8B9DC8-A5A9-ECEF-BA54-0295BD62A791}"/>
              </a:ext>
            </a:extLst>
          </p:cNvPr>
          <p:cNvCxnSpPr/>
          <p:nvPr/>
        </p:nvCxnSpPr>
        <p:spPr>
          <a:xfrm flipV="1">
            <a:off x="11436830" y="15496622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>
            <a:extLst>
              <a:ext uri="{FF2B5EF4-FFF2-40B4-BE49-F238E27FC236}">
                <a16:creationId xmlns:a16="http://schemas.microsoft.com/office/drawing/2014/main" id="{D86DA524-1369-E7E9-4CC2-0D98734E610D}"/>
              </a:ext>
            </a:extLst>
          </p:cNvPr>
          <p:cNvCxnSpPr/>
          <p:nvPr/>
        </p:nvCxnSpPr>
        <p:spPr>
          <a:xfrm flipV="1">
            <a:off x="11695148" y="15496621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>
            <a:extLst>
              <a:ext uri="{FF2B5EF4-FFF2-40B4-BE49-F238E27FC236}">
                <a16:creationId xmlns:a16="http://schemas.microsoft.com/office/drawing/2014/main" id="{BE55EF11-DE74-B423-0368-318E4D1136E3}"/>
              </a:ext>
            </a:extLst>
          </p:cNvPr>
          <p:cNvCxnSpPr/>
          <p:nvPr/>
        </p:nvCxnSpPr>
        <p:spPr>
          <a:xfrm flipV="1">
            <a:off x="11950037" y="15496620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>
            <a:extLst>
              <a:ext uri="{FF2B5EF4-FFF2-40B4-BE49-F238E27FC236}">
                <a16:creationId xmlns:a16="http://schemas.microsoft.com/office/drawing/2014/main" id="{0A2343E6-E3AC-F3BE-F4A0-CFD4DD57653C}"/>
              </a:ext>
            </a:extLst>
          </p:cNvPr>
          <p:cNvCxnSpPr/>
          <p:nvPr/>
        </p:nvCxnSpPr>
        <p:spPr>
          <a:xfrm flipV="1">
            <a:off x="12197687" y="15496620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>
            <a:extLst>
              <a:ext uri="{FF2B5EF4-FFF2-40B4-BE49-F238E27FC236}">
                <a16:creationId xmlns:a16="http://schemas.microsoft.com/office/drawing/2014/main" id="{BC5D3BCA-E40E-77FC-500C-1D91FDE6BB69}"/>
              </a:ext>
            </a:extLst>
          </p:cNvPr>
          <p:cNvCxnSpPr/>
          <p:nvPr/>
        </p:nvCxnSpPr>
        <p:spPr>
          <a:xfrm flipV="1">
            <a:off x="12450671" y="15496619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>
            <a:extLst>
              <a:ext uri="{FF2B5EF4-FFF2-40B4-BE49-F238E27FC236}">
                <a16:creationId xmlns:a16="http://schemas.microsoft.com/office/drawing/2014/main" id="{051C6F9A-531C-24EF-A7FD-4A31AEAAE522}"/>
              </a:ext>
            </a:extLst>
          </p:cNvPr>
          <p:cNvCxnSpPr/>
          <p:nvPr/>
        </p:nvCxnSpPr>
        <p:spPr>
          <a:xfrm flipV="1">
            <a:off x="12710894" y="15496619"/>
            <a:ext cx="0" cy="20770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立方体 46">
            <a:extLst>
              <a:ext uri="{FF2B5EF4-FFF2-40B4-BE49-F238E27FC236}">
                <a16:creationId xmlns:a16="http://schemas.microsoft.com/office/drawing/2014/main" id="{84D49875-8477-C311-EF44-EE5DC88EFD6E}"/>
              </a:ext>
            </a:extLst>
          </p:cNvPr>
          <p:cNvSpPr/>
          <p:nvPr/>
        </p:nvSpPr>
        <p:spPr>
          <a:xfrm>
            <a:off x="11283287" y="14520675"/>
            <a:ext cx="1259840" cy="375819"/>
          </a:xfrm>
          <a:prstGeom prst="cube">
            <a:avLst>
              <a:gd name="adj" fmla="val 8542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4AF9F73E-24CB-3394-6152-2B9A15C9155C}"/>
              </a:ext>
            </a:extLst>
          </p:cNvPr>
          <p:cNvSpPr/>
          <p:nvPr/>
        </p:nvSpPr>
        <p:spPr>
          <a:xfrm>
            <a:off x="10823801" y="15112453"/>
            <a:ext cx="1975853" cy="355592"/>
          </a:xfrm>
          <a:prstGeom prst="roundRect">
            <a:avLst/>
          </a:prstGeom>
          <a:solidFill>
            <a:srgbClr val="FFE69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ED7CD56C-DB53-3450-54B0-ED43C36925B2}"/>
              </a:ext>
            </a:extLst>
          </p:cNvPr>
          <p:cNvCxnSpPr/>
          <p:nvPr/>
        </p:nvCxnSpPr>
        <p:spPr>
          <a:xfrm flipV="1">
            <a:off x="11789255" y="14896494"/>
            <a:ext cx="0" cy="208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立方体 49">
            <a:extLst>
              <a:ext uri="{FF2B5EF4-FFF2-40B4-BE49-F238E27FC236}">
                <a16:creationId xmlns:a16="http://schemas.microsoft.com/office/drawing/2014/main" id="{1E713558-6494-D5DC-57D6-C77540C7968F}"/>
              </a:ext>
            </a:extLst>
          </p:cNvPr>
          <p:cNvSpPr/>
          <p:nvPr/>
        </p:nvSpPr>
        <p:spPr>
          <a:xfrm>
            <a:off x="10343403" y="16528119"/>
            <a:ext cx="3240912" cy="1203767"/>
          </a:xfrm>
          <a:prstGeom prst="cube">
            <a:avLst>
              <a:gd name="adj" fmla="val 9353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立方体 50">
            <a:extLst>
              <a:ext uri="{FF2B5EF4-FFF2-40B4-BE49-F238E27FC236}">
                <a16:creationId xmlns:a16="http://schemas.microsoft.com/office/drawing/2014/main" id="{230E732B-E338-E592-2632-2747BCB61854}"/>
              </a:ext>
            </a:extLst>
          </p:cNvPr>
          <p:cNvSpPr/>
          <p:nvPr/>
        </p:nvSpPr>
        <p:spPr>
          <a:xfrm>
            <a:off x="10627883" y="16593903"/>
            <a:ext cx="2490808" cy="838263"/>
          </a:xfrm>
          <a:prstGeom prst="cube">
            <a:avLst>
              <a:gd name="adj" fmla="val 9353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立方体 51">
            <a:extLst>
              <a:ext uri="{FF2B5EF4-FFF2-40B4-BE49-F238E27FC236}">
                <a16:creationId xmlns:a16="http://schemas.microsoft.com/office/drawing/2014/main" id="{F4829C78-9C20-9C53-4699-C447672F4AB9}"/>
              </a:ext>
            </a:extLst>
          </p:cNvPr>
          <p:cNvSpPr/>
          <p:nvPr/>
        </p:nvSpPr>
        <p:spPr>
          <a:xfrm>
            <a:off x="10917443" y="16538023"/>
            <a:ext cx="1855808" cy="594423"/>
          </a:xfrm>
          <a:prstGeom prst="cube">
            <a:avLst>
              <a:gd name="adj" fmla="val 9353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立方体 52">
            <a:extLst>
              <a:ext uri="{FF2B5EF4-FFF2-40B4-BE49-F238E27FC236}">
                <a16:creationId xmlns:a16="http://schemas.microsoft.com/office/drawing/2014/main" id="{D8331373-F2C6-D3C6-2652-765DA40B6C9B}"/>
              </a:ext>
            </a:extLst>
          </p:cNvPr>
          <p:cNvSpPr/>
          <p:nvPr/>
        </p:nvSpPr>
        <p:spPr>
          <a:xfrm>
            <a:off x="11212083" y="16456743"/>
            <a:ext cx="1266528" cy="360743"/>
          </a:xfrm>
          <a:prstGeom prst="cube">
            <a:avLst>
              <a:gd name="adj" fmla="val 9353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4" name="直接箭头连接符 53">
            <a:extLst>
              <a:ext uri="{FF2B5EF4-FFF2-40B4-BE49-F238E27FC236}">
                <a16:creationId xmlns:a16="http://schemas.microsoft.com/office/drawing/2014/main" id="{24FA2258-EC4A-107E-C629-4B59DE5C78F9}"/>
              </a:ext>
            </a:extLst>
          </p:cNvPr>
          <p:cNvCxnSpPr/>
          <p:nvPr/>
        </p:nvCxnSpPr>
        <p:spPr>
          <a:xfrm flipV="1">
            <a:off x="11808051" y="16217983"/>
            <a:ext cx="0" cy="29464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>
            <a:extLst>
              <a:ext uri="{FF2B5EF4-FFF2-40B4-BE49-F238E27FC236}">
                <a16:creationId xmlns:a16="http://schemas.microsoft.com/office/drawing/2014/main" id="{1883CDED-FB82-FEC4-1C44-07FD4EE10BF0}"/>
              </a:ext>
            </a:extLst>
          </p:cNvPr>
          <p:cNvCxnSpPr>
            <a:cxnSpLocks/>
          </p:cNvCxnSpPr>
          <p:nvPr/>
        </p:nvCxnSpPr>
        <p:spPr>
          <a:xfrm>
            <a:off x="12625931" y="16845363"/>
            <a:ext cx="13157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id="{81302D97-9030-3E1F-37E4-580162E16ED7}"/>
              </a:ext>
            </a:extLst>
          </p:cNvPr>
          <p:cNvCxnSpPr>
            <a:cxnSpLocks/>
          </p:cNvCxnSpPr>
          <p:nvPr/>
        </p:nvCxnSpPr>
        <p:spPr>
          <a:xfrm>
            <a:off x="12625931" y="17185723"/>
            <a:ext cx="132588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>
            <a:extLst>
              <a:ext uri="{FF2B5EF4-FFF2-40B4-BE49-F238E27FC236}">
                <a16:creationId xmlns:a16="http://schemas.microsoft.com/office/drawing/2014/main" id="{3094F6B4-38E5-0F2D-7EF1-684397319F9C}"/>
              </a:ext>
            </a:extLst>
          </p:cNvPr>
          <p:cNvCxnSpPr>
            <a:cxnSpLocks/>
          </p:cNvCxnSpPr>
          <p:nvPr/>
        </p:nvCxnSpPr>
        <p:spPr>
          <a:xfrm>
            <a:off x="12712291" y="17515923"/>
            <a:ext cx="122936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矩形: 圆角 57">
            <a:extLst>
              <a:ext uri="{FF2B5EF4-FFF2-40B4-BE49-F238E27FC236}">
                <a16:creationId xmlns:a16="http://schemas.microsoft.com/office/drawing/2014/main" id="{B7FF7DD2-0B2B-4E81-5B63-BB0190F25AAD}"/>
              </a:ext>
            </a:extLst>
          </p:cNvPr>
          <p:cNvSpPr/>
          <p:nvPr/>
        </p:nvSpPr>
        <p:spPr>
          <a:xfrm>
            <a:off x="13951811" y="14917503"/>
            <a:ext cx="345440" cy="2641600"/>
          </a:xfrm>
          <a:prstGeom prst="roundRect">
            <a:avLst/>
          </a:prstGeom>
          <a:solidFill>
            <a:srgbClr val="E1E1E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连接符: 肘形 63">
            <a:extLst>
              <a:ext uri="{FF2B5EF4-FFF2-40B4-BE49-F238E27FC236}">
                <a16:creationId xmlns:a16="http://schemas.microsoft.com/office/drawing/2014/main" id="{BD771F56-249A-73DA-713F-8246340AAE00}"/>
              </a:ext>
            </a:extLst>
          </p:cNvPr>
          <p:cNvCxnSpPr/>
          <p:nvPr/>
        </p:nvCxnSpPr>
        <p:spPr>
          <a:xfrm>
            <a:off x="12450671" y="14704143"/>
            <a:ext cx="1490980" cy="792476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矩形: 圆角 64">
            <a:extLst>
              <a:ext uri="{FF2B5EF4-FFF2-40B4-BE49-F238E27FC236}">
                <a16:creationId xmlns:a16="http://schemas.microsoft.com/office/drawing/2014/main" id="{ED85A7B6-5A71-AA8C-E771-559CFFC0CC8B}"/>
              </a:ext>
            </a:extLst>
          </p:cNvPr>
          <p:cNvSpPr/>
          <p:nvPr/>
        </p:nvSpPr>
        <p:spPr>
          <a:xfrm>
            <a:off x="88491" y="18072183"/>
            <a:ext cx="2936240" cy="5201920"/>
          </a:xfrm>
          <a:prstGeom prst="roundRect">
            <a:avLst/>
          </a:prstGeom>
          <a:solidFill>
            <a:srgbClr val="FFEBAD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6" name="矩形: 圆角 65">
            <a:extLst>
              <a:ext uri="{FF2B5EF4-FFF2-40B4-BE49-F238E27FC236}">
                <a16:creationId xmlns:a16="http://schemas.microsoft.com/office/drawing/2014/main" id="{A4D8DB7C-0B4C-C6CE-26E5-416A99796A33}"/>
              </a:ext>
            </a:extLst>
          </p:cNvPr>
          <p:cNvSpPr/>
          <p:nvPr/>
        </p:nvSpPr>
        <p:spPr>
          <a:xfrm>
            <a:off x="3329531" y="18072183"/>
            <a:ext cx="6990080" cy="2702560"/>
          </a:xfrm>
          <a:prstGeom prst="roundRect">
            <a:avLst/>
          </a:prstGeom>
          <a:solidFill>
            <a:srgbClr val="C3EBF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矩形: 圆角 66">
            <a:extLst>
              <a:ext uri="{FF2B5EF4-FFF2-40B4-BE49-F238E27FC236}">
                <a16:creationId xmlns:a16="http://schemas.microsoft.com/office/drawing/2014/main" id="{B0672B36-A88F-9976-FEC1-C1F2FFF4F0DA}"/>
              </a:ext>
            </a:extLst>
          </p:cNvPr>
          <p:cNvSpPr/>
          <p:nvPr/>
        </p:nvSpPr>
        <p:spPr>
          <a:xfrm>
            <a:off x="3329531" y="20977943"/>
            <a:ext cx="6990080" cy="2296160"/>
          </a:xfrm>
          <a:prstGeom prst="roundRect">
            <a:avLst/>
          </a:prstGeom>
          <a:solidFill>
            <a:srgbClr val="FAD8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67">
            <a:extLst>
              <a:ext uri="{FF2B5EF4-FFF2-40B4-BE49-F238E27FC236}">
                <a16:creationId xmlns:a16="http://schemas.microsoft.com/office/drawing/2014/main" id="{9D984190-4EEF-B954-AC21-E8FA4C5B331D}"/>
              </a:ext>
            </a:extLst>
          </p:cNvPr>
          <p:cNvSpPr/>
          <p:nvPr/>
        </p:nvSpPr>
        <p:spPr>
          <a:xfrm>
            <a:off x="10550243" y="18081327"/>
            <a:ext cx="5404104" cy="2702560"/>
          </a:xfrm>
          <a:prstGeom prst="roundRect">
            <a:avLst/>
          </a:prstGeom>
          <a:solidFill>
            <a:srgbClr val="E2E2E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矩形: 圆角 68">
            <a:extLst>
              <a:ext uri="{FF2B5EF4-FFF2-40B4-BE49-F238E27FC236}">
                <a16:creationId xmlns:a16="http://schemas.microsoft.com/office/drawing/2014/main" id="{1184E4AF-CE2A-9C54-D374-F5617B750C28}"/>
              </a:ext>
            </a:extLst>
          </p:cNvPr>
          <p:cNvSpPr/>
          <p:nvPr/>
        </p:nvSpPr>
        <p:spPr>
          <a:xfrm>
            <a:off x="10550243" y="20876042"/>
            <a:ext cx="5404104" cy="2415818"/>
          </a:xfrm>
          <a:prstGeom prst="roundRect">
            <a:avLst/>
          </a:prstGeom>
          <a:solidFill>
            <a:srgbClr val="FFF4D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矩形: 圆角 69">
            <a:extLst>
              <a:ext uri="{FF2B5EF4-FFF2-40B4-BE49-F238E27FC236}">
                <a16:creationId xmlns:a16="http://schemas.microsoft.com/office/drawing/2014/main" id="{9D8689BD-1A85-6839-AD91-52B4E0E17003}"/>
              </a:ext>
            </a:extLst>
          </p:cNvPr>
          <p:cNvSpPr/>
          <p:nvPr/>
        </p:nvSpPr>
        <p:spPr>
          <a:xfrm>
            <a:off x="16090490" y="18081327"/>
            <a:ext cx="1757681" cy="5210533"/>
          </a:xfrm>
          <a:prstGeom prst="roundRect">
            <a:avLst/>
          </a:prstGeom>
          <a:solidFill>
            <a:srgbClr val="D0D48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70">
            <a:extLst>
              <a:ext uri="{FF2B5EF4-FFF2-40B4-BE49-F238E27FC236}">
                <a16:creationId xmlns:a16="http://schemas.microsoft.com/office/drawing/2014/main" id="{FC811C9B-9B3A-1341-B00E-819594BAF28F}"/>
              </a:ext>
            </a:extLst>
          </p:cNvPr>
          <p:cNvSpPr/>
          <p:nvPr/>
        </p:nvSpPr>
        <p:spPr>
          <a:xfrm>
            <a:off x="15586656" y="14916667"/>
            <a:ext cx="345440" cy="2641600"/>
          </a:xfrm>
          <a:prstGeom prst="roundRect">
            <a:avLst/>
          </a:prstGeom>
          <a:solidFill>
            <a:srgbClr val="F7C8A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2" name="矩形: 圆角 71">
            <a:extLst>
              <a:ext uri="{FF2B5EF4-FFF2-40B4-BE49-F238E27FC236}">
                <a16:creationId xmlns:a16="http://schemas.microsoft.com/office/drawing/2014/main" id="{92CD6A29-42C4-4EF2-C8B8-D9A7FA3BF742}"/>
              </a:ext>
            </a:extLst>
          </p:cNvPr>
          <p:cNvSpPr/>
          <p:nvPr/>
        </p:nvSpPr>
        <p:spPr>
          <a:xfrm>
            <a:off x="17469203" y="14916900"/>
            <a:ext cx="345440" cy="2641600"/>
          </a:xfrm>
          <a:prstGeom prst="roundRect">
            <a:avLst/>
          </a:prstGeom>
          <a:solidFill>
            <a:srgbClr val="DEEBF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3" name="矩形: 圆角 72">
            <a:extLst>
              <a:ext uri="{FF2B5EF4-FFF2-40B4-BE49-F238E27FC236}">
                <a16:creationId xmlns:a16="http://schemas.microsoft.com/office/drawing/2014/main" id="{1BFA8990-2A64-F781-13CA-44AC9ACAF705}"/>
              </a:ext>
            </a:extLst>
          </p:cNvPr>
          <p:cNvSpPr/>
          <p:nvPr/>
        </p:nvSpPr>
        <p:spPr>
          <a:xfrm>
            <a:off x="14747339" y="14709477"/>
            <a:ext cx="292608" cy="3035808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id="{78329F2D-3EE4-1ABC-DE40-655683AF42B7}"/>
              </a:ext>
            </a:extLst>
          </p:cNvPr>
          <p:cNvSpPr/>
          <p:nvPr/>
        </p:nvSpPr>
        <p:spPr>
          <a:xfrm>
            <a:off x="14796107" y="14740402"/>
            <a:ext cx="195072" cy="201168"/>
          </a:xfrm>
          <a:prstGeom prst="rect">
            <a:avLst/>
          </a:prstGeom>
          <a:solidFill>
            <a:srgbClr val="FADC8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44E05ECC-962B-E0E4-9E33-87FD37D40928}"/>
              </a:ext>
            </a:extLst>
          </p:cNvPr>
          <p:cNvSpPr/>
          <p:nvPr/>
        </p:nvSpPr>
        <p:spPr>
          <a:xfrm>
            <a:off x="14796107" y="14991862"/>
            <a:ext cx="195072" cy="201168"/>
          </a:xfrm>
          <a:prstGeom prst="rect">
            <a:avLst/>
          </a:prstGeom>
          <a:solidFill>
            <a:srgbClr val="FADC8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CB04C0FF-B64B-85E2-E122-EFEE014C52F3}"/>
              </a:ext>
            </a:extLst>
          </p:cNvPr>
          <p:cNvSpPr/>
          <p:nvPr/>
        </p:nvSpPr>
        <p:spPr>
          <a:xfrm>
            <a:off x="14796107" y="15243322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7" name="矩形 76">
            <a:extLst>
              <a:ext uri="{FF2B5EF4-FFF2-40B4-BE49-F238E27FC236}">
                <a16:creationId xmlns:a16="http://schemas.microsoft.com/office/drawing/2014/main" id="{02AF4254-44EF-EB52-6880-5D0704510648}"/>
              </a:ext>
            </a:extLst>
          </p:cNvPr>
          <p:cNvSpPr/>
          <p:nvPr/>
        </p:nvSpPr>
        <p:spPr>
          <a:xfrm>
            <a:off x="14796107" y="15494782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id="{68485113-E158-183B-AEB2-0A3A3CD2FE9A}"/>
              </a:ext>
            </a:extLst>
          </p:cNvPr>
          <p:cNvSpPr/>
          <p:nvPr/>
        </p:nvSpPr>
        <p:spPr>
          <a:xfrm>
            <a:off x="14796107" y="15765069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C7845FB4-DF9B-2897-9268-73DA10032DD1}"/>
              </a:ext>
            </a:extLst>
          </p:cNvPr>
          <p:cNvSpPr/>
          <p:nvPr/>
        </p:nvSpPr>
        <p:spPr>
          <a:xfrm>
            <a:off x="14796107" y="16026213"/>
            <a:ext cx="195072" cy="201168"/>
          </a:xfrm>
          <a:prstGeom prst="rect">
            <a:avLst/>
          </a:prstGeom>
          <a:solidFill>
            <a:srgbClr val="BD95C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C1DA4F21-F82B-9E1D-92AD-AB7EC94C80DC}"/>
              </a:ext>
            </a:extLst>
          </p:cNvPr>
          <p:cNvSpPr/>
          <p:nvPr/>
        </p:nvSpPr>
        <p:spPr>
          <a:xfrm>
            <a:off x="14796107" y="16253734"/>
            <a:ext cx="195072" cy="201168"/>
          </a:xfrm>
          <a:prstGeom prst="rect">
            <a:avLst/>
          </a:prstGeom>
          <a:solidFill>
            <a:srgbClr val="BD95C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id="{F55546A6-139A-2BAD-904F-4CAD38479F82}"/>
              </a:ext>
            </a:extLst>
          </p:cNvPr>
          <p:cNvSpPr/>
          <p:nvPr/>
        </p:nvSpPr>
        <p:spPr>
          <a:xfrm>
            <a:off x="14796107" y="16518625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id="{42580C43-8355-21FD-0DF1-567FBE5A56F4}"/>
              </a:ext>
            </a:extLst>
          </p:cNvPr>
          <p:cNvSpPr/>
          <p:nvPr/>
        </p:nvSpPr>
        <p:spPr>
          <a:xfrm>
            <a:off x="14796107" y="16783516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3" name="矩形 82">
            <a:extLst>
              <a:ext uri="{FF2B5EF4-FFF2-40B4-BE49-F238E27FC236}">
                <a16:creationId xmlns:a16="http://schemas.microsoft.com/office/drawing/2014/main" id="{9828E558-F362-870E-29F9-B85086877FB0}"/>
              </a:ext>
            </a:extLst>
          </p:cNvPr>
          <p:cNvSpPr/>
          <p:nvPr/>
        </p:nvSpPr>
        <p:spPr>
          <a:xfrm>
            <a:off x="14796107" y="17063232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id="{6F9575CC-EB48-C37D-9FE3-06A776F26C91}"/>
              </a:ext>
            </a:extLst>
          </p:cNvPr>
          <p:cNvSpPr/>
          <p:nvPr/>
        </p:nvSpPr>
        <p:spPr>
          <a:xfrm>
            <a:off x="14802203" y="17507831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88A09065-946E-8DC2-EB27-19C82CB76C48}"/>
              </a:ext>
            </a:extLst>
          </p:cNvPr>
          <p:cNvSpPr txBox="1"/>
          <p:nvPr/>
        </p:nvSpPr>
        <p:spPr>
          <a:xfrm rot="16200000">
            <a:off x="14657691" y="1718142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86" name="矩形: 圆角 85">
            <a:extLst>
              <a:ext uri="{FF2B5EF4-FFF2-40B4-BE49-F238E27FC236}">
                <a16:creationId xmlns:a16="http://schemas.microsoft.com/office/drawing/2014/main" id="{600A14C7-BD71-EB47-144D-0F0C68799353}"/>
              </a:ext>
            </a:extLst>
          </p:cNvPr>
          <p:cNvSpPr/>
          <p:nvPr/>
        </p:nvSpPr>
        <p:spPr>
          <a:xfrm>
            <a:off x="16553279" y="15281136"/>
            <a:ext cx="263652" cy="1921097"/>
          </a:xfrm>
          <a:prstGeom prst="roundRect">
            <a:avLst/>
          </a:prstGeom>
          <a:noFill/>
          <a:ln w="19050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7" name="文本框 86">
            <a:extLst>
              <a:ext uri="{FF2B5EF4-FFF2-40B4-BE49-F238E27FC236}">
                <a16:creationId xmlns:a16="http://schemas.microsoft.com/office/drawing/2014/main" id="{2CB4D687-B272-0B0A-F0B6-191B6942E54B}"/>
              </a:ext>
            </a:extLst>
          </p:cNvPr>
          <p:cNvSpPr txBox="1"/>
          <p:nvPr/>
        </p:nvSpPr>
        <p:spPr>
          <a:xfrm rot="16200000">
            <a:off x="16460583" y="16700093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…</a:t>
            </a:r>
            <a:endParaRPr lang="zh-CN" altLang="en-US" dirty="0"/>
          </a:p>
        </p:txBody>
      </p:sp>
      <p:sp>
        <p:nvSpPr>
          <p:cNvPr id="88" name="矩形 87">
            <a:extLst>
              <a:ext uri="{FF2B5EF4-FFF2-40B4-BE49-F238E27FC236}">
                <a16:creationId xmlns:a16="http://schemas.microsoft.com/office/drawing/2014/main" id="{68ABE96C-4B6A-E332-81CF-7A4EE128A9CF}"/>
              </a:ext>
            </a:extLst>
          </p:cNvPr>
          <p:cNvSpPr/>
          <p:nvPr/>
        </p:nvSpPr>
        <p:spPr>
          <a:xfrm>
            <a:off x="16587569" y="16974907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矩形 88">
            <a:extLst>
              <a:ext uri="{FF2B5EF4-FFF2-40B4-BE49-F238E27FC236}">
                <a16:creationId xmlns:a16="http://schemas.microsoft.com/office/drawing/2014/main" id="{931500C1-EABB-65DA-8CD8-57CD09471791}"/>
              </a:ext>
            </a:extLst>
          </p:cNvPr>
          <p:cNvSpPr/>
          <p:nvPr/>
        </p:nvSpPr>
        <p:spPr>
          <a:xfrm>
            <a:off x="16587569" y="16593443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0" name="矩形 89">
            <a:extLst>
              <a:ext uri="{FF2B5EF4-FFF2-40B4-BE49-F238E27FC236}">
                <a16:creationId xmlns:a16="http://schemas.microsoft.com/office/drawing/2014/main" id="{3F3454B2-86D9-058D-6259-C71D7D5B592C}"/>
              </a:ext>
            </a:extLst>
          </p:cNvPr>
          <p:cNvSpPr/>
          <p:nvPr/>
        </p:nvSpPr>
        <p:spPr>
          <a:xfrm>
            <a:off x="16586045" y="16321177"/>
            <a:ext cx="195072" cy="201168"/>
          </a:xfrm>
          <a:prstGeom prst="rect">
            <a:avLst/>
          </a:prstGeom>
          <a:solidFill>
            <a:srgbClr val="FAEFD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6B6EDBD9-AA0F-0A95-509D-2401B4889AD0}"/>
              </a:ext>
            </a:extLst>
          </p:cNvPr>
          <p:cNvSpPr/>
          <p:nvPr/>
        </p:nvSpPr>
        <p:spPr>
          <a:xfrm>
            <a:off x="16586045" y="16066853"/>
            <a:ext cx="195072" cy="201168"/>
          </a:xfrm>
          <a:prstGeom prst="rect">
            <a:avLst/>
          </a:prstGeom>
          <a:solidFill>
            <a:srgbClr val="BD95C8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06A6D088-6F41-6536-09A4-9F9CB8AF875B}"/>
              </a:ext>
            </a:extLst>
          </p:cNvPr>
          <p:cNvSpPr/>
          <p:nvPr/>
        </p:nvSpPr>
        <p:spPr>
          <a:xfrm>
            <a:off x="16586045" y="15801099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3" name="矩形 92">
            <a:extLst>
              <a:ext uri="{FF2B5EF4-FFF2-40B4-BE49-F238E27FC236}">
                <a16:creationId xmlns:a16="http://schemas.microsoft.com/office/drawing/2014/main" id="{FCB08782-75C1-0B64-FD8C-479BF2E6AABD}"/>
              </a:ext>
            </a:extLst>
          </p:cNvPr>
          <p:cNvSpPr/>
          <p:nvPr/>
        </p:nvSpPr>
        <p:spPr>
          <a:xfrm>
            <a:off x="16586045" y="15554723"/>
            <a:ext cx="195072" cy="201168"/>
          </a:xfrm>
          <a:prstGeom prst="rect">
            <a:avLst/>
          </a:prstGeom>
          <a:solidFill>
            <a:srgbClr val="ACCAE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矩形 93">
            <a:extLst>
              <a:ext uri="{FF2B5EF4-FFF2-40B4-BE49-F238E27FC236}">
                <a16:creationId xmlns:a16="http://schemas.microsoft.com/office/drawing/2014/main" id="{A1DB566F-6D0F-F114-2E17-354644EA20E5}"/>
              </a:ext>
            </a:extLst>
          </p:cNvPr>
          <p:cNvSpPr/>
          <p:nvPr/>
        </p:nvSpPr>
        <p:spPr>
          <a:xfrm>
            <a:off x="16586045" y="15317346"/>
            <a:ext cx="195072" cy="201168"/>
          </a:xfrm>
          <a:prstGeom prst="rect">
            <a:avLst/>
          </a:prstGeom>
          <a:solidFill>
            <a:srgbClr val="FADC80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6" name="直接箭头连接符 95">
            <a:extLst>
              <a:ext uri="{FF2B5EF4-FFF2-40B4-BE49-F238E27FC236}">
                <a16:creationId xmlns:a16="http://schemas.microsoft.com/office/drawing/2014/main" id="{A14004D5-D603-C772-5692-DB8A3054EC8E}"/>
              </a:ext>
            </a:extLst>
          </p:cNvPr>
          <p:cNvCxnSpPr>
            <a:stCxn id="58" idx="3"/>
            <a:endCxn id="73" idx="1"/>
          </p:cNvCxnSpPr>
          <p:nvPr/>
        </p:nvCxnSpPr>
        <p:spPr>
          <a:xfrm flipV="1">
            <a:off x="14297251" y="16227381"/>
            <a:ext cx="450088" cy="1092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直接箭头连接符 97">
            <a:extLst>
              <a:ext uri="{FF2B5EF4-FFF2-40B4-BE49-F238E27FC236}">
                <a16:creationId xmlns:a16="http://schemas.microsoft.com/office/drawing/2014/main" id="{D0DB729B-5F5D-5D2D-6F7F-12405A8DEAF9}"/>
              </a:ext>
            </a:extLst>
          </p:cNvPr>
          <p:cNvCxnSpPr>
            <a:stCxn id="73" idx="3"/>
            <a:endCxn id="71" idx="1"/>
          </p:cNvCxnSpPr>
          <p:nvPr/>
        </p:nvCxnSpPr>
        <p:spPr>
          <a:xfrm>
            <a:off x="15039947" y="16227381"/>
            <a:ext cx="546709" cy="1008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接箭头连接符 99">
            <a:extLst>
              <a:ext uri="{FF2B5EF4-FFF2-40B4-BE49-F238E27FC236}">
                <a16:creationId xmlns:a16="http://schemas.microsoft.com/office/drawing/2014/main" id="{3AA7B491-E837-D7F4-472F-FFBD09E9626A}"/>
              </a:ext>
            </a:extLst>
          </p:cNvPr>
          <p:cNvCxnSpPr>
            <a:stCxn id="71" idx="3"/>
            <a:endCxn id="86" idx="1"/>
          </p:cNvCxnSpPr>
          <p:nvPr/>
        </p:nvCxnSpPr>
        <p:spPr>
          <a:xfrm>
            <a:off x="15932096" y="16237467"/>
            <a:ext cx="621183" cy="421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直接箭头连接符 101">
            <a:extLst>
              <a:ext uri="{FF2B5EF4-FFF2-40B4-BE49-F238E27FC236}">
                <a16:creationId xmlns:a16="http://schemas.microsoft.com/office/drawing/2014/main" id="{459C1B92-A726-E428-E55B-2A2E8BCE7519}"/>
              </a:ext>
            </a:extLst>
          </p:cNvPr>
          <p:cNvCxnSpPr>
            <a:stCxn id="86" idx="3"/>
            <a:endCxn id="72" idx="1"/>
          </p:cNvCxnSpPr>
          <p:nvPr/>
        </p:nvCxnSpPr>
        <p:spPr>
          <a:xfrm flipV="1">
            <a:off x="16816931" y="16237700"/>
            <a:ext cx="652272" cy="398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立方体 107">
            <a:extLst>
              <a:ext uri="{FF2B5EF4-FFF2-40B4-BE49-F238E27FC236}">
                <a16:creationId xmlns:a16="http://schemas.microsoft.com/office/drawing/2014/main" id="{2043F4F2-96F4-58FF-4556-09D76D2D74C1}"/>
              </a:ext>
            </a:extLst>
          </p:cNvPr>
          <p:cNvSpPr/>
          <p:nvPr/>
        </p:nvSpPr>
        <p:spPr>
          <a:xfrm>
            <a:off x="1150635" y="18151333"/>
            <a:ext cx="1266528" cy="402434"/>
          </a:xfrm>
          <a:prstGeom prst="cube">
            <a:avLst>
              <a:gd name="adj" fmla="val 78383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立方体 108">
            <a:extLst>
              <a:ext uri="{FF2B5EF4-FFF2-40B4-BE49-F238E27FC236}">
                <a16:creationId xmlns:a16="http://schemas.microsoft.com/office/drawing/2014/main" id="{9843C65E-866C-4C3E-08F0-75DF1DE23BF0}"/>
              </a:ext>
            </a:extLst>
          </p:cNvPr>
          <p:cNvSpPr/>
          <p:nvPr/>
        </p:nvSpPr>
        <p:spPr>
          <a:xfrm>
            <a:off x="254523" y="18913333"/>
            <a:ext cx="941408" cy="402434"/>
          </a:xfrm>
          <a:prstGeom prst="cube">
            <a:avLst>
              <a:gd name="adj" fmla="val 78383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立方体 109">
            <a:extLst>
              <a:ext uri="{FF2B5EF4-FFF2-40B4-BE49-F238E27FC236}">
                <a16:creationId xmlns:a16="http://schemas.microsoft.com/office/drawing/2014/main" id="{AB8E8B13-AF85-4EA6-FC0A-4C5EC1113BB5}"/>
              </a:ext>
            </a:extLst>
          </p:cNvPr>
          <p:cNvSpPr/>
          <p:nvPr/>
        </p:nvSpPr>
        <p:spPr>
          <a:xfrm>
            <a:off x="1936934" y="18913333"/>
            <a:ext cx="941408" cy="402434"/>
          </a:xfrm>
          <a:prstGeom prst="cube">
            <a:avLst>
              <a:gd name="adj" fmla="val 78383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立方体 110">
            <a:extLst>
              <a:ext uri="{FF2B5EF4-FFF2-40B4-BE49-F238E27FC236}">
                <a16:creationId xmlns:a16="http://schemas.microsoft.com/office/drawing/2014/main" id="{0E565F30-22D2-2F21-197C-F65E3FBEDEE3}"/>
              </a:ext>
            </a:extLst>
          </p:cNvPr>
          <p:cNvSpPr/>
          <p:nvPr/>
        </p:nvSpPr>
        <p:spPr>
          <a:xfrm>
            <a:off x="1946459" y="19778965"/>
            <a:ext cx="941408" cy="402434"/>
          </a:xfrm>
          <a:prstGeom prst="cube">
            <a:avLst>
              <a:gd name="adj" fmla="val 43543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2" name="直接箭头连接符 111">
            <a:extLst>
              <a:ext uri="{FF2B5EF4-FFF2-40B4-BE49-F238E27FC236}">
                <a16:creationId xmlns:a16="http://schemas.microsoft.com/office/drawing/2014/main" id="{38F89522-B908-4700-BD29-F16BFB953931}"/>
              </a:ext>
            </a:extLst>
          </p:cNvPr>
          <p:cNvCxnSpPr>
            <a:stCxn id="108" idx="3"/>
          </p:cNvCxnSpPr>
          <p:nvPr/>
        </p:nvCxnSpPr>
        <p:spPr>
          <a:xfrm flipH="1">
            <a:off x="891131" y="18553767"/>
            <a:ext cx="735048" cy="359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直接箭头连接符 112">
            <a:extLst>
              <a:ext uri="{FF2B5EF4-FFF2-40B4-BE49-F238E27FC236}">
                <a16:creationId xmlns:a16="http://schemas.microsoft.com/office/drawing/2014/main" id="{CEBF3C67-A732-E4C4-E00D-81070254A024}"/>
              </a:ext>
            </a:extLst>
          </p:cNvPr>
          <p:cNvCxnSpPr>
            <a:endCxn id="110" idx="0"/>
          </p:cNvCxnSpPr>
          <p:nvPr/>
        </p:nvCxnSpPr>
        <p:spPr>
          <a:xfrm>
            <a:off x="1631414" y="18553767"/>
            <a:ext cx="933944" cy="3595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4" name="矩形: 圆角 113">
            <a:extLst>
              <a:ext uri="{FF2B5EF4-FFF2-40B4-BE49-F238E27FC236}">
                <a16:creationId xmlns:a16="http://schemas.microsoft.com/office/drawing/2014/main" id="{C121E629-161A-AF91-4CDC-CA28EB0F1149}"/>
              </a:ext>
            </a:extLst>
          </p:cNvPr>
          <p:cNvSpPr/>
          <p:nvPr/>
        </p:nvSpPr>
        <p:spPr>
          <a:xfrm>
            <a:off x="2298291" y="1944378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5" name="直接箭头连接符 114">
            <a:extLst>
              <a:ext uri="{FF2B5EF4-FFF2-40B4-BE49-F238E27FC236}">
                <a16:creationId xmlns:a16="http://schemas.microsoft.com/office/drawing/2014/main" id="{F08944CB-1C61-7AE2-CB70-E1A746F8C542}"/>
              </a:ext>
            </a:extLst>
          </p:cNvPr>
          <p:cNvCxnSpPr>
            <a:cxnSpLocks/>
            <a:endCxn id="114" idx="0"/>
          </p:cNvCxnSpPr>
          <p:nvPr/>
        </p:nvCxnSpPr>
        <p:spPr>
          <a:xfrm>
            <a:off x="2392779" y="19315767"/>
            <a:ext cx="0" cy="1280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直接箭头连接符 115">
            <a:extLst>
              <a:ext uri="{FF2B5EF4-FFF2-40B4-BE49-F238E27FC236}">
                <a16:creationId xmlns:a16="http://schemas.microsoft.com/office/drawing/2014/main" id="{AAB743E9-D19A-DE91-4C14-844ADEBB6578}"/>
              </a:ext>
            </a:extLst>
          </p:cNvPr>
          <p:cNvCxnSpPr/>
          <p:nvPr/>
        </p:nvCxnSpPr>
        <p:spPr>
          <a:xfrm>
            <a:off x="2390366" y="19662858"/>
            <a:ext cx="0" cy="1161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矩形: 圆角 116">
            <a:extLst>
              <a:ext uri="{FF2B5EF4-FFF2-40B4-BE49-F238E27FC236}">
                <a16:creationId xmlns:a16="http://schemas.microsoft.com/office/drawing/2014/main" id="{32145A8C-487F-284D-C135-AF49E5AD716F}"/>
              </a:ext>
            </a:extLst>
          </p:cNvPr>
          <p:cNvSpPr/>
          <p:nvPr/>
        </p:nvSpPr>
        <p:spPr>
          <a:xfrm>
            <a:off x="1757229" y="20429395"/>
            <a:ext cx="191093" cy="975360"/>
          </a:xfrm>
          <a:prstGeom prst="roundRect">
            <a:avLst/>
          </a:prstGeom>
          <a:solidFill>
            <a:srgbClr val="41BAC4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8" name="矩形: 圆角 117">
            <a:extLst>
              <a:ext uri="{FF2B5EF4-FFF2-40B4-BE49-F238E27FC236}">
                <a16:creationId xmlns:a16="http://schemas.microsoft.com/office/drawing/2014/main" id="{66E73C5C-88DA-F28A-5A76-F50F3F2207B7}"/>
              </a:ext>
            </a:extLst>
          </p:cNvPr>
          <p:cNvSpPr/>
          <p:nvPr/>
        </p:nvSpPr>
        <p:spPr>
          <a:xfrm>
            <a:off x="2227001" y="20429395"/>
            <a:ext cx="191093" cy="975360"/>
          </a:xfrm>
          <a:prstGeom prst="roundRect">
            <a:avLst/>
          </a:prstGeom>
          <a:solidFill>
            <a:srgbClr val="DDB6DA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9" name="矩形: 圆角 118">
            <a:extLst>
              <a:ext uri="{FF2B5EF4-FFF2-40B4-BE49-F238E27FC236}">
                <a16:creationId xmlns:a16="http://schemas.microsoft.com/office/drawing/2014/main" id="{190292CF-207A-3F78-7391-A831BB17BA42}"/>
              </a:ext>
            </a:extLst>
          </p:cNvPr>
          <p:cNvSpPr/>
          <p:nvPr/>
        </p:nvSpPr>
        <p:spPr>
          <a:xfrm>
            <a:off x="2696774" y="20429395"/>
            <a:ext cx="191093" cy="975360"/>
          </a:xfrm>
          <a:prstGeom prst="roundRect">
            <a:avLst/>
          </a:prstGeom>
          <a:solidFill>
            <a:srgbClr val="F7B0AB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1" name="组合 130">
            <a:extLst>
              <a:ext uri="{FF2B5EF4-FFF2-40B4-BE49-F238E27FC236}">
                <a16:creationId xmlns:a16="http://schemas.microsoft.com/office/drawing/2014/main" id="{3AE8FF1D-BEFB-7C25-546E-7FC2E7F17343}"/>
              </a:ext>
            </a:extLst>
          </p:cNvPr>
          <p:cNvGrpSpPr/>
          <p:nvPr/>
        </p:nvGrpSpPr>
        <p:grpSpPr>
          <a:xfrm>
            <a:off x="2467738" y="21450218"/>
            <a:ext cx="187620" cy="261610"/>
            <a:chOff x="2460527" y="13070675"/>
            <a:chExt cx="187620" cy="261610"/>
          </a:xfrm>
        </p:grpSpPr>
        <p:sp>
          <p:nvSpPr>
            <p:cNvPr id="120" name="椭圆 119">
              <a:extLst>
                <a:ext uri="{FF2B5EF4-FFF2-40B4-BE49-F238E27FC236}">
                  <a16:creationId xmlns:a16="http://schemas.microsoft.com/office/drawing/2014/main" id="{24C44B76-D0F7-6350-9C9D-ABB0D473097C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3" name="文本框 122">
              <a:extLst>
                <a:ext uri="{FF2B5EF4-FFF2-40B4-BE49-F238E27FC236}">
                  <a16:creationId xmlns:a16="http://schemas.microsoft.com/office/drawing/2014/main" id="{2E1F7015-800D-AAA5-420B-730A26102D25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id="{2123429B-AA3E-AEA9-BF8D-125F11BA4F73}"/>
              </a:ext>
            </a:extLst>
          </p:cNvPr>
          <p:cNvGrpSpPr/>
          <p:nvPr/>
        </p:nvGrpSpPr>
        <p:grpSpPr>
          <a:xfrm>
            <a:off x="2071498" y="21671023"/>
            <a:ext cx="180000" cy="180000"/>
            <a:chOff x="2064287" y="13291480"/>
            <a:chExt cx="180000" cy="180000"/>
          </a:xfrm>
        </p:grpSpPr>
        <p:sp>
          <p:nvSpPr>
            <p:cNvPr id="121" name="椭圆 120">
              <a:extLst>
                <a:ext uri="{FF2B5EF4-FFF2-40B4-BE49-F238E27FC236}">
                  <a16:creationId xmlns:a16="http://schemas.microsoft.com/office/drawing/2014/main" id="{5F83FBF1-8E4C-206E-5E5F-C7C901AE056B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4" name="直接连接符 123">
              <a:extLst>
                <a:ext uri="{FF2B5EF4-FFF2-40B4-BE49-F238E27FC236}">
                  <a16:creationId xmlns:a16="http://schemas.microsoft.com/office/drawing/2014/main" id="{841A3EA4-CBEF-910F-FB36-58686C115AEA}"/>
                </a:ext>
              </a:extLst>
            </p:cNvPr>
            <p:cNvCxnSpPr>
              <a:endCxn id="121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id="{68CEF340-8C87-5425-5DF9-19778FB8A1BF}"/>
                </a:ext>
              </a:extLst>
            </p:cNvPr>
            <p:cNvCxnSpPr>
              <a:cxnSpLocks/>
              <a:stCxn id="121" idx="7"/>
              <a:endCxn id="121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9" name="组合 178">
            <a:extLst>
              <a:ext uri="{FF2B5EF4-FFF2-40B4-BE49-F238E27FC236}">
                <a16:creationId xmlns:a16="http://schemas.microsoft.com/office/drawing/2014/main" id="{4BA4F520-71C5-E4B5-606C-5102E6233F6D}"/>
              </a:ext>
            </a:extLst>
          </p:cNvPr>
          <p:cNvGrpSpPr/>
          <p:nvPr/>
        </p:nvGrpSpPr>
        <p:grpSpPr>
          <a:xfrm>
            <a:off x="1416178" y="22016803"/>
            <a:ext cx="180000" cy="189230"/>
            <a:chOff x="1408967" y="13637260"/>
            <a:chExt cx="180000" cy="189230"/>
          </a:xfrm>
        </p:grpSpPr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id="{FCA7621C-8FA5-B044-5E81-B381223F3094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6" name="直接连接符 125">
              <a:extLst>
                <a:ext uri="{FF2B5EF4-FFF2-40B4-BE49-F238E27FC236}">
                  <a16:creationId xmlns:a16="http://schemas.microsoft.com/office/drawing/2014/main" id="{650A96EB-6FC2-21ED-CEA4-820FEFC0407A}"/>
                </a:ext>
              </a:extLst>
            </p:cNvPr>
            <p:cNvCxnSpPr>
              <a:stCxn id="122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id="{25F4C62B-E811-787E-3FC6-77F8D7E4A56B}"/>
                </a:ext>
              </a:extLst>
            </p:cNvPr>
            <p:cNvCxnSpPr>
              <a:stCxn id="122" idx="2"/>
              <a:endCxn id="122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28" name="矩形: 圆角 127">
            <a:extLst>
              <a:ext uri="{FF2B5EF4-FFF2-40B4-BE49-F238E27FC236}">
                <a16:creationId xmlns:a16="http://schemas.microsoft.com/office/drawing/2014/main" id="{744C008A-EAAC-DFFA-D16B-CE04A4622909}"/>
              </a:ext>
            </a:extLst>
          </p:cNvPr>
          <p:cNvSpPr/>
          <p:nvPr/>
        </p:nvSpPr>
        <p:spPr>
          <a:xfrm>
            <a:off x="2065569" y="2201172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9" name="矩形: 圆角 128">
            <a:extLst>
              <a:ext uri="{FF2B5EF4-FFF2-40B4-BE49-F238E27FC236}">
                <a16:creationId xmlns:a16="http://schemas.microsoft.com/office/drawing/2014/main" id="{F40E16A3-49E3-AE30-7FD9-125201988558}"/>
              </a:ext>
            </a:extLst>
          </p:cNvPr>
          <p:cNvSpPr/>
          <p:nvPr/>
        </p:nvSpPr>
        <p:spPr>
          <a:xfrm>
            <a:off x="1626179" y="22353840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0" name="立方体 129">
            <a:extLst>
              <a:ext uri="{FF2B5EF4-FFF2-40B4-BE49-F238E27FC236}">
                <a16:creationId xmlns:a16="http://schemas.microsoft.com/office/drawing/2014/main" id="{F91626D8-11FB-2FE4-C712-03974AC71756}"/>
              </a:ext>
            </a:extLst>
          </p:cNvPr>
          <p:cNvSpPr/>
          <p:nvPr/>
        </p:nvSpPr>
        <p:spPr>
          <a:xfrm>
            <a:off x="1035474" y="22756274"/>
            <a:ext cx="1262548" cy="402434"/>
          </a:xfrm>
          <a:prstGeom prst="cube">
            <a:avLst>
              <a:gd name="adj" fmla="val 78383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32" name="组合 131">
            <a:extLst>
              <a:ext uri="{FF2B5EF4-FFF2-40B4-BE49-F238E27FC236}">
                <a16:creationId xmlns:a16="http://schemas.microsoft.com/office/drawing/2014/main" id="{FDDFC0C3-23EB-8011-151C-6C51887B7519}"/>
              </a:ext>
            </a:extLst>
          </p:cNvPr>
          <p:cNvGrpSpPr/>
          <p:nvPr/>
        </p:nvGrpSpPr>
        <p:grpSpPr>
          <a:xfrm>
            <a:off x="1012318" y="22120778"/>
            <a:ext cx="187620" cy="261610"/>
            <a:chOff x="2460527" y="13070675"/>
            <a:chExt cx="187620" cy="261610"/>
          </a:xfrm>
        </p:grpSpPr>
        <p:sp>
          <p:nvSpPr>
            <p:cNvPr id="133" name="椭圆 132">
              <a:extLst>
                <a:ext uri="{FF2B5EF4-FFF2-40B4-BE49-F238E27FC236}">
                  <a16:creationId xmlns:a16="http://schemas.microsoft.com/office/drawing/2014/main" id="{246B7D6B-CE9B-6824-3E11-C020A24A7132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CA5AE1F1-45F4-1AC0-5B9D-E0F62E6BCD33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36" name="连接符: 肘形 135">
            <a:extLst>
              <a:ext uri="{FF2B5EF4-FFF2-40B4-BE49-F238E27FC236}">
                <a16:creationId xmlns:a16="http://schemas.microsoft.com/office/drawing/2014/main" id="{750E74E0-5181-DF80-81AC-54EC3E98814A}"/>
              </a:ext>
            </a:extLst>
          </p:cNvPr>
          <p:cNvCxnSpPr>
            <a:stCxn id="109" idx="3"/>
            <a:endCxn id="134" idx="1"/>
          </p:cNvCxnSpPr>
          <p:nvPr/>
        </p:nvCxnSpPr>
        <p:spPr>
          <a:xfrm rot="16200000" flipH="1">
            <a:off x="-677996" y="20561269"/>
            <a:ext cx="2935816" cy="44481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7">
            <a:extLst>
              <a:ext uri="{FF2B5EF4-FFF2-40B4-BE49-F238E27FC236}">
                <a16:creationId xmlns:a16="http://schemas.microsoft.com/office/drawing/2014/main" id="{21BECEDF-5587-3246-00E2-024E81DA8D89}"/>
              </a:ext>
            </a:extLst>
          </p:cNvPr>
          <p:cNvCxnSpPr>
            <a:stCxn id="110" idx="2"/>
            <a:endCxn id="122" idx="0"/>
          </p:cNvCxnSpPr>
          <p:nvPr/>
        </p:nvCxnSpPr>
        <p:spPr>
          <a:xfrm rot="10800000" flipV="1">
            <a:off x="1506178" y="19272269"/>
            <a:ext cx="430756" cy="274453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>
            <a:extLst>
              <a:ext uri="{FF2B5EF4-FFF2-40B4-BE49-F238E27FC236}">
                <a16:creationId xmlns:a16="http://schemas.microsoft.com/office/drawing/2014/main" id="{E3A46094-41F9-F519-2E6B-D9E917BDDB66}"/>
              </a:ext>
            </a:extLst>
          </p:cNvPr>
          <p:cNvCxnSpPr>
            <a:cxnSpLocks/>
            <a:stCxn id="122" idx="4"/>
            <a:endCxn id="133" idx="6"/>
          </p:cNvCxnSpPr>
          <p:nvPr/>
        </p:nvCxnSpPr>
        <p:spPr>
          <a:xfrm rot="5400000">
            <a:off x="1325668" y="22071073"/>
            <a:ext cx="54780" cy="3062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连接符: 肘形 144">
            <a:extLst>
              <a:ext uri="{FF2B5EF4-FFF2-40B4-BE49-F238E27FC236}">
                <a16:creationId xmlns:a16="http://schemas.microsoft.com/office/drawing/2014/main" id="{B733ECB9-3EBE-305E-7C00-271D1F3FBAD1}"/>
              </a:ext>
            </a:extLst>
          </p:cNvPr>
          <p:cNvCxnSpPr>
            <a:stCxn id="111" idx="3"/>
            <a:endCxn id="117" idx="0"/>
          </p:cNvCxnSpPr>
          <p:nvPr/>
        </p:nvCxnSpPr>
        <p:spPr>
          <a:xfrm rot="5400000">
            <a:off x="1967164" y="20067012"/>
            <a:ext cx="247996" cy="476771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连接符: 肘形 148">
            <a:extLst>
              <a:ext uri="{FF2B5EF4-FFF2-40B4-BE49-F238E27FC236}">
                <a16:creationId xmlns:a16="http://schemas.microsoft.com/office/drawing/2014/main" id="{62D270C1-CE5A-4733-E6B9-5AC2B0C36F2D}"/>
              </a:ext>
            </a:extLst>
          </p:cNvPr>
          <p:cNvCxnSpPr>
            <a:stCxn id="111" idx="3"/>
            <a:endCxn id="119" idx="0"/>
          </p:cNvCxnSpPr>
          <p:nvPr/>
        </p:nvCxnSpPr>
        <p:spPr>
          <a:xfrm rot="16200000" flipH="1">
            <a:off x="2436936" y="20074010"/>
            <a:ext cx="247996" cy="462774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连接符: 肘形 150">
            <a:extLst>
              <a:ext uri="{FF2B5EF4-FFF2-40B4-BE49-F238E27FC236}">
                <a16:creationId xmlns:a16="http://schemas.microsoft.com/office/drawing/2014/main" id="{12828392-0FAE-A0DC-35C6-D8541134A62D}"/>
              </a:ext>
            </a:extLst>
          </p:cNvPr>
          <p:cNvCxnSpPr>
            <a:stCxn id="111" idx="3"/>
            <a:endCxn id="118" idx="0"/>
          </p:cNvCxnSpPr>
          <p:nvPr/>
        </p:nvCxnSpPr>
        <p:spPr>
          <a:xfrm rot="5400000">
            <a:off x="2202050" y="20301898"/>
            <a:ext cx="247996" cy="699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连接符: 肘形 152">
            <a:extLst>
              <a:ext uri="{FF2B5EF4-FFF2-40B4-BE49-F238E27FC236}">
                <a16:creationId xmlns:a16="http://schemas.microsoft.com/office/drawing/2014/main" id="{210834D9-9F20-243B-A13F-171256CA8E42}"/>
              </a:ext>
            </a:extLst>
          </p:cNvPr>
          <p:cNvCxnSpPr>
            <a:stCxn id="118" idx="2"/>
            <a:endCxn id="123" idx="1"/>
          </p:cNvCxnSpPr>
          <p:nvPr/>
        </p:nvCxnSpPr>
        <p:spPr>
          <a:xfrm rot="16200000" flipH="1">
            <a:off x="2307009" y="21420294"/>
            <a:ext cx="176268" cy="14519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连接符: 肘形 154">
            <a:extLst>
              <a:ext uri="{FF2B5EF4-FFF2-40B4-BE49-F238E27FC236}">
                <a16:creationId xmlns:a16="http://schemas.microsoft.com/office/drawing/2014/main" id="{15BF1CEC-2BA1-3A4B-A1C4-5F81B9DF537C}"/>
              </a:ext>
            </a:extLst>
          </p:cNvPr>
          <p:cNvCxnSpPr>
            <a:stCxn id="119" idx="2"/>
            <a:endCxn id="120" idx="6"/>
          </p:cNvCxnSpPr>
          <p:nvPr/>
        </p:nvCxnSpPr>
        <p:spPr>
          <a:xfrm rot="5400000">
            <a:off x="2635706" y="21424408"/>
            <a:ext cx="176268" cy="13696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连接符: 肘形 156">
            <a:extLst>
              <a:ext uri="{FF2B5EF4-FFF2-40B4-BE49-F238E27FC236}">
                <a16:creationId xmlns:a16="http://schemas.microsoft.com/office/drawing/2014/main" id="{010ED5F8-1DEC-5F76-FC4F-E2DE91358F17}"/>
              </a:ext>
            </a:extLst>
          </p:cNvPr>
          <p:cNvCxnSpPr>
            <a:cxnSpLocks/>
            <a:stCxn id="120" idx="4"/>
            <a:endCxn id="121" idx="6"/>
          </p:cNvCxnSpPr>
          <p:nvPr/>
        </p:nvCxnSpPr>
        <p:spPr>
          <a:xfrm rot="5400000">
            <a:off x="2363428" y="21559093"/>
            <a:ext cx="90000" cy="31386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连接符: 肘形 159">
            <a:extLst>
              <a:ext uri="{FF2B5EF4-FFF2-40B4-BE49-F238E27FC236}">
                <a16:creationId xmlns:a16="http://schemas.microsoft.com/office/drawing/2014/main" id="{875D0F90-ADC8-ED0A-A8C2-02E266C221DE}"/>
              </a:ext>
            </a:extLst>
          </p:cNvPr>
          <p:cNvCxnSpPr>
            <a:stCxn id="117" idx="2"/>
            <a:endCxn id="121" idx="2"/>
          </p:cNvCxnSpPr>
          <p:nvPr/>
        </p:nvCxnSpPr>
        <p:spPr>
          <a:xfrm rot="16200000" flipH="1">
            <a:off x="1784003" y="21473528"/>
            <a:ext cx="356268" cy="218722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箭头连接符 161">
            <a:extLst>
              <a:ext uri="{FF2B5EF4-FFF2-40B4-BE49-F238E27FC236}">
                <a16:creationId xmlns:a16="http://schemas.microsoft.com/office/drawing/2014/main" id="{E20C5B55-059B-1C17-D1C7-AB1F676ED631}"/>
              </a:ext>
            </a:extLst>
          </p:cNvPr>
          <p:cNvCxnSpPr>
            <a:stCxn id="121" idx="4"/>
            <a:endCxn id="128" idx="0"/>
          </p:cNvCxnSpPr>
          <p:nvPr/>
        </p:nvCxnSpPr>
        <p:spPr>
          <a:xfrm flipH="1">
            <a:off x="2160057" y="21851023"/>
            <a:ext cx="1441" cy="1607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接箭头连接符 163">
            <a:extLst>
              <a:ext uri="{FF2B5EF4-FFF2-40B4-BE49-F238E27FC236}">
                <a16:creationId xmlns:a16="http://schemas.microsoft.com/office/drawing/2014/main" id="{E9A86C1E-2BAA-4B50-B329-CC78FEAAF718}"/>
              </a:ext>
            </a:extLst>
          </p:cNvPr>
          <p:cNvCxnSpPr>
            <a:stCxn id="128" idx="1"/>
            <a:endCxn id="122" idx="6"/>
          </p:cNvCxnSpPr>
          <p:nvPr/>
        </p:nvCxnSpPr>
        <p:spPr>
          <a:xfrm flipH="1" flipV="1">
            <a:off x="1596178" y="22106803"/>
            <a:ext cx="469391" cy="850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连接符: 肘形 165">
            <a:extLst>
              <a:ext uri="{FF2B5EF4-FFF2-40B4-BE49-F238E27FC236}">
                <a16:creationId xmlns:a16="http://schemas.microsoft.com/office/drawing/2014/main" id="{B457266F-BE5B-2115-973C-B15B670E8970}"/>
              </a:ext>
            </a:extLst>
          </p:cNvPr>
          <p:cNvCxnSpPr>
            <a:cxnSpLocks/>
            <a:stCxn id="133" idx="4"/>
            <a:endCxn id="129" idx="1"/>
          </p:cNvCxnSpPr>
          <p:nvPr/>
        </p:nvCxnSpPr>
        <p:spPr>
          <a:xfrm rot="16200000" flipH="1">
            <a:off x="1310138" y="22141382"/>
            <a:ext cx="115840" cy="516241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箭头连接符 169">
            <a:extLst>
              <a:ext uri="{FF2B5EF4-FFF2-40B4-BE49-F238E27FC236}">
                <a16:creationId xmlns:a16="http://schemas.microsoft.com/office/drawing/2014/main" id="{0D982CDF-9C7E-BED8-D243-BF94640353F5}"/>
              </a:ext>
            </a:extLst>
          </p:cNvPr>
          <p:cNvCxnSpPr>
            <a:cxnSpLocks/>
            <a:stCxn id="129" idx="2"/>
          </p:cNvCxnSpPr>
          <p:nvPr/>
        </p:nvCxnSpPr>
        <p:spPr>
          <a:xfrm>
            <a:off x="1720667" y="22561006"/>
            <a:ext cx="0" cy="18795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连接符: 肘形 173">
            <a:extLst>
              <a:ext uri="{FF2B5EF4-FFF2-40B4-BE49-F238E27FC236}">
                <a16:creationId xmlns:a16="http://schemas.microsoft.com/office/drawing/2014/main" id="{7B29BEC1-25B5-2871-CE8B-11E103AA0863}"/>
              </a:ext>
            </a:extLst>
          </p:cNvPr>
          <p:cNvCxnSpPr>
            <a:cxnSpLocks/>
          </p:cNvCxnSpPr>
          <p:nvPr/>
        </p:nvCxnSpPr>
        <p:spPr>
          <a:xfrm flipV="1">
            <a:off x="2887867" y="19382430"/>
            <a:ext cx="441664" cy="1493612"/>
          </a:xfrm>
          <a:prstGeom prst="bentConnector3">
            <a:avLst/>
          </a:prstGeom>
          <a:ln w="28575">
            <a:solidFill>
              <a:srgbClr val="4667A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连接符: 肘形 176">
            <a:extLst>
              <a:ext uri="{FF2B5EF4-FFF2-40B4-BE49-F238E27FC236}">
                <a16:creationId xmlns:a16="http://schemas.microsoft.com/office/drawing/2014/main" id="{FAE782D5-FB97-16A1-14B5-3E1A798F459F}"/>
              </a:ext>
            </a:extLst>
          </p:cNvPr>
          <p:cNvCxnSpPr>
            <a:stCxn id="119" idx="3"/>
            <a:endCxn id="67" idx="1"/>
          </p:cNvCxnSpPr>
          <p:nvPr/>
        </p:nvCxnSpPr>
        <p:spPr>
          <a:xfrm>
            <a:off x="2887867" y="20917075"/>
            <a:ext cx="441664" cy="1208948"/>
          </a:xfrm>
          <a:prstGeom prst="bentConnector3">
            <a:avLst/>
          </a:prstGeom>
          <a:ln w="28575">
            <a:solidFill>
              <a:srgbClr val="BA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立方体 179">
            <a:extLst>
              <a:ext uri="{FF2B5EF4-FFF2-40B4-BE49-F238E27FC236}">
                <a16:creationId xmlns:a16="http://schemas.microsoft.com/office/drawing/2014/main" id="{99D48A3E-6DF9-1D6F-A6C4-800C2275C462}"/>
              </a:ext>
            </a:extLst>
          </p:cNvPr>
          <p:cNvSpPr/>
          <p:nvPr/>
        </p:nvSpPr>
        <p:spPr>
          <a:xfrm rot="5520000" flipH="1">
            <a:off x="3185456" y="19850722"/>
            <a:ext cx="941408" cy="402434"/>
          </a:xfrm>
          <a:prstGeom prst="cube">
            <a:avLst>
              <a:gd name="adj" fmla="val 75750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1" name="矩形: 圆角 180">
            <a:extLst>
              <a:ext uri="{FF2B5EF4-FFF2-40B4-BE49-F238E27FC236}">
                <a16:creationId xmlns:a16="http://schemas.microsoft.com/office/drawing/2014/main" id="{9C689BA4-47BD-BB1F-3CC5-13C955E15419}"/>
              </a:ext>
            </a:extLst>
          </p:cNvPr>
          <p:cNvSpPr/>
          <p:nvPr/>
        </p:nvSpPr>
        <p:spPr>
          <a:xfrm>
            <a:off x="4188051" y="19613789"/>
            <a:ext cx="233680" cy="876300"/>
          </a:xfrm>
          <a:prstGeom prst="roundRect">
            <a:avLst/>
          </a:prstGeom>
          <a:solidFill>
            <a:srgbClr val="D6F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2" name="立方体 181">
            <a:extLst>
              <a:ext uri="{FF2B5EF4-FFF2-40B4-BE49-F238E27FC236}">
                <a16:creationId xmlns:a16="http://schemas.microsoft.com/office/drawing/2014/main" id="{7F688631-56D9-536D-EF84-FBC870B43240}"/>
              </a:ext>
            </a:extLst>
          </p:cNvPr>
          <p:cNvSpPr/>
          <p:nvPr/>
        </p:nvSpPr>
        <p:spPr>
          <a:xfrm rot="5520000" flipH="1">
            <a:off x="4921354" y="19664500"/>
            <a:ext cx="475967" cy="195831"/>
          </a:xfrm>
          <a:prstGeom prst="cube">
            <a:avLst>
              <a:gd name="adj" fmla="val 75750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3" name="立方体 182">
            <a:extLst>
              <a:ext uri="{FF2B5EF4-FFF2-40B4-BE49-F238E27FC236}">
                <a16:creationId xmlns:a16="http://schemas.microsoft.com/office/drawing/2014/main" id="{76AFA36E-3184-8DBC-2600-1EB3D38159B5}"/>
              </a:ext>
            </a:extLst>
          </p:cNvPr>
          <p:cNvSpPr/>
          <p:nvPr/>
        </p:nvSpPr>
        <p:spPr>
          <a:xfrm rot="5520000" flipH="1">
            <a:off x="5283302" y="19649260"/>
            <a:ext cx="475967" cy="195831"/>
          </a:xfrm>
          <a:prstGeom prst="cube">
            <a:avLst>
              <a:gd name="adj" fmla="val 75750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4" name="立方体 183">
            <a:extLst>
              <a:ext uri="{FF2B5EF4-FFF2-40B4-BE49-F238E27FC236}">
                <a16:creationId xmlns:a16="http://schemas.microsoft.com/office/drawing/2014/main" id="{E30C9D3B-6793-2F79-B537-4A276E0339EB}"/>
              </a:ext>
            </a:extLst>
          </p:cNvPr>
          <p:cNvSpPr/>
          <p:nvPr/>
        </p:nvSpPr>
        <p:spPr>
          <a:xfrm rot="5520000" flipH="1">
            <a:off x="4921353" y="20150918"/>
            <a:ext cx="475967" cy="195831"/>
          </a:xfrm>
          <a:prstGeom prst="cube">
            <a:avLst>
              <a:gd name="adj" fmla="val 75750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5" name="立方体 184">
            <a:extLst>
              <a:ext uri="{FF2B5EF4-FFF2-40B4-BE49-F238E27FC236}">
                <a16:creationId xmlns:a16="http://schemas.microsoft.com/office/drawing/2014/main" id="{D4CB7086-0ADD-A39A-1326-65FEA5BE230F}"/>
              </a:ext>
            </a:extLst>
          </p:cNvPr>
          <p:cNvSpPr/>
          <p:nvPr/>
        </p:nvSpPr>
        <p:spPr>
          <a:xfrm rot="5520000" flipH="1">
            <a:off x="5283301" y="20150918"/>
            <a:ext cx="475967" cy="195831"/>
          </a:xfrm>
          <a:prstGeom prst="cube">
            <a:avLst>
              <a:gd name="adj" fmla="val 75750"/>
            </a:avLst>
          </a:prstGeom>
          <a:solidFill>
            <a:srgbClr val="B7A5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86" name="组合 185">
            <a:extLst>
              <a:ext uri="{FF2B5EF4-FFF2-40B4-BE49-F238E27FC236}">
                <a16:creationId xmlns:a16="http://schemas.microsoft.com/office/drawing/2014/main" id="{E400A85D-D547-0047-0CBF-5C6EF2B9D05B}"/>
              </a:ext>
            </a:extLst>
          </p:cNvPr>
          <p:cNvGrpSpPr/>
          <p:nvPr/>
        </p:nvGrpSpPr>
        <p:grpSpPr>
          <a:xfrm>
            <a:off x="6258890" y="19921134"/>
            <a:ext cx="187620" cy="261610"/>
            <a:chOff x="2460527" y="13070675"/>
            <a:chExt cx="187620" cy="261610"/>
          </a:xfrm>
        </p:grpSpPr>
        <p:sp>
          <p:nvSpPr>
            <p:cNvPr id="187" name="椭圆 186">
              <a:extLst>
                <a:ext uri="{FF2B5EF4-FFF2-40B4-BE49-F238E27FC236}">
                  <a16:creationId xmlns:a16="http://schemas.microsoft.com/office/drawing/2014/main" id="{450B2767-9E4D-90B3-69DF-438E50E136F5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8" name="文本框 187">
              <a:extLst>
                <a:ext uri="{FF2B5EF4-FFF2-40B4-BE49-F238E27FC236}">
                  <a16:creationId xmlns:a16="http://schemas.microsoft.com/office/drawing/2014/main" id="{BDC1B10D-76DF-6A52-C5BC-AFC3DC248FEE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89" name="直接箭头连接符 188">
            <a:extLst>
              <a:ext uri="{FF2B5EF4-FFF2-40B4-BE49-F238E27FC236}">
                <a16:creationId xmlns:a16="http://schemas.microsoft.com/office/drawing/2014/main" id="{C0418E22-4370-BC0B-90DC-4A5A9C344253}"/>
              </a:ext>
            </a:extLst>
          </p:cNvPr>
          <p:cNvCxnSpPr>
            <a:cxnSpLocks/>
            <a:stCxn id="183" idx="0"/>
          </p:cNvCxnSpPr>
          <p:nvPr/>
        </p:nvCxnSpPr>
        <p:spPr>
          <a:xfrm>
            <a:off x="5621730" y="19676467"/>
            <a:ext cx="644780" cy="31196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直接箭头连接符 189">
            <a:extLst>
              <a:ext uri="{FF2B5EF4-FFF2-40B4-BE49-F238E27FC236}">
                <a16:creationId xmlns:a16="http://schemas.microsoft.com/office/drawing/2014/main" id="{BD32DB9B-A195-1E8E-9DCE-DB174B5F900D}"/>
              </a:ext>
            </a:extLst>
          </p:cNvPr>
          <p:cNvCxnSpPr>
            <a:cxnSpLocks/>
          </p:cNvCxnSpPr>
          <p:nvPr/>
        </p:nvCxnSpPr>
        <p:spPr>
          <a:xfrm>
            <a:off x="5621489" y="19811448"/>
            <a:ext cx="648120" cy="184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1" name="直接箭头连接符 190">
            <a:extLst>
              <a:ext uri="{FF2B5EF4-FFF2-40B4-BE49-F238E27FC236}">
                <a16:creationId xmlns:a16="http://schemas.microsoft.com/office/drawing/2014/main" id="{53C2B5B0-715D-E46F-7AF4-5520CE41189B}"/>
              </a:ext>
            </a:extLst>
          </p:cNvPr>
          <p:cNvCxnSpPr>
            <a:cxnSpLocks/>
          </p:cNvCxnSpPr>
          <p:nvPr/>
        </p:nvCxnSpPr>
        <p:spPr>
          <a:xfrm>
            <a:off x="5265498" y="19694916"/>
            <a:ext cx="1001012" cy="2935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直接箭头连接符 191">
            <a:extLst>
              <a:ext uri="{FF2B5EF4-FFF2-40B4-BE49-F238E27FC236}">
                <a16:creationId xmlns:a16="http://schemas.microsoft.com/office/drawing/2014/main" id="{EF8B1600-9DDF-9443-7522-43B6D9340A9B}"/>
              </a:ext>
            </a:extLst>
          </p:cNvPr>
          <p:cNvCxnSpPr>
            <a:cxnSpLocks/>
            <a:stCxn id="185" idx="0"/>
          </p:cNvCxnSpPr>
          <p:nvPr/>
        </p:nvCxnSpPr>
        <p:spPr>
          <a:xfrm flipV="1">
            <a:off x="5621729" y="20051939"/>
            <a:ext cx="637161" cy="126186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3" name="直接箭头连接符 192">
            <a:extLst>
              <a:ext uri="{FF2B5EF4-FFF2-40B4-BE49-F238E27FC236}">
                <a16:creationId xmlns:a16="http://schemas.microsoft.com/office/drawing/2014/main" id="{A49EFDF5-2086-52A1-971C-68C10268F36F}"/>
              </a:ext>
            </a:extLst>
          </p:cNvPr>
          <p:cNvCxnSpPr>
            <a:endCxn id="188" idx="1"/>
          </p:cNvCxnSpPr>
          <p:nvPr/>
        </p:nvCxnSpPr>
        <p:spPr>
          <a:xfrm flipV="1">
            <a:off x="5265498" y="20051939"/>
            <a:ext cx="993392" cy="13080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4" name="立方体 193">
            <a:extLst>
              <a:ext uri="{FF2B5EF4-FFF2-40B4-BE49-F238E27FC236}">
                <a16:creationId xmlns:a16="http://schemas.microsoft.com/office/drawing/2014/main" id="{C69299C6-E619-9921-4CD3-D21C686C498A}"/>
              </a:ext>
            </a:extLst>
          </p:cNvPr>
          <p:cNvSpPr/>
          <p:nvPr/>
        </p:nvSpPr>
        <p:spPr>
          <a:xfrm rot="5520000" flipH="1">
            <a:off x="6771848" y="19933071"/>
            <a:ext cx="475967" cy="195831"/>
          </a:xfrm>
          <a:prstGeom prst="cube">
            <a:avLst>
              <a:gd name="adj" fmla="val 75750"/>
            </a:avLst>
          </a:prstGeom>
          <a:solidFill>
            <a:srgbClr val="B7A5B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5" name="立方体 194">
            <a:extLst>
              <a:ext uri="{FF2B5EF4-FFF2-40B4-BE49-F238E27FC236}">
                <a16:creationId xmlns:a16="http://schemas.microsoft.com/office/drawing/2014/main" id="{A77E9469-93B0-B82C-6753-3E0396E4F7CF}"/>
              </a:ext>
            </a:extLst>
          </p:cNvPr>
          <p:cNvSpPr/>
          <p:nvPr/>
        </p:nvSpPr>
        <p:spPr>
          <a:xfrm rot="5520000" flipH="1">
            <a:off x="6826353" y="19936879"/>
            <a:ext cx="475967" cy="195831"/>
          </a:xfrm>
          <a:prstGeom prst="cube">
            <a:avLst>
              <a:gd name="adj" fmla="val 75750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6" name="立方体 195">
            <a:extLst>
              <a:ext uri="{FF2B5EF4-FFF2-40B4-BE49-F238E27FC236}">
                <a16:creationId xmlns:a16="http://schemas.microsoft.com/office/drawing/2014/main" id="{7EF38D39-EE19-0823-BFA3-F183B08EBCCA}"/>
              </a:ext>
            </a:extLst>
          </p:cNvPr>
          <p:cNvSpPr/>
          <p:nvPr/>
        </p:nvSpPr>
        <p:spPr>
          <a:xfrm rot="5520000" flipH="1">
            <a:off x="6880859" y="19940689"/>
            <a:ext cx="475967" cy="195831"/>
          </a:xfrm>
          <a:prstGeom prst="cube">
            <a:avLst>
              <a:gd name="adj" fmla="val 75750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7" name="立方体 196">
            <a:extLst>
              <a:ext uri="{FF2B5EF4-FFF2-40B4-BE49-F238E27FC236}">
                <a16:creationId xmlns:a16="http://schemas.microsoft.com/office/drawing/2014/main" id="{C660EAEE-E5ED-52C8-D244-5B70497B76BE}"/>
              </a:ext>
            </a:extLst>
          </p:cNvPr>
          <p:cNvSpPr/>
          <p:nvPr/>
        </p:nvSpPr>
        <p:spPr>
          <a:xfrm rot="5520000" flipH="1">
            <a:off x="6935365" y="19940688"/>
            <a:ext cx="475967" cy="195831"/>
          </a:xfrm>
          <a:prstGeom prst="cube">
            <a:avLst>
              <a:gd name="adj" fmla="val 75750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98" name="组合 197">
            <a:extLst>
              <a:ext uri="{FF2B5EF4-FFF2-40B4-BE49-F238E27FC236}">
                <a16:creationId xmlns:a16="http://schemas.microsoft.com/office/drawing/2014/main" id="{D30B80DE-7630-46C7-4EE1-6396268FB717}"/>
              </a:ext>
            </a:extLst>
          </p:cNvPr>
          <p:cNvGrpSpPr/>
          <p:nvPr/>
        </p:nvGrpSpPr>
        <p:grpSpPr>
          <a:xfrm>
            <a:off x="7152718" y="19197403"/>
            <a:ext cx="180000" cy="189230"/>
            <a:chOff x="1408967" y="13637260"/>
            <a:chExt cx="180000" cy="189230"/>
          </a:xfrm>
        </p:grpSpPr>
        <p:sp>
          <p:nvSpPr>
            <p:cNvPr id="199" name="椭圆 198">
              <a:extLst>
                <a:ext uri="{FF2B5EF4-FFF2-40B4-BE49-F238E27FC236}">
                  <a16:creationId xmlns:a16="http://schemas.microsoft.com/office/drawing/2014/main" id="{8FA52126-6F9F-7897-1A8D-F369C82FC97D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00" name="直接连接符 199">
              <a:extLst>
                <a:ext uri="{FF2B5EF4-FFF2-40B4-BE49-F238E27FC236}">
                  <a16:creationId xmlns:a16="http://schemas.microsoft.com/office/drawing/2014/main" id="{5487874E-AE09-F52D-BAE2-D6430C854235}"/>
                </a:ext>
              </a:extLst>
            </p:cNvPr>
            <p:cNvCxnSpPr>
              <a:stCxn id="199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1" name="直接连接符 200">
              <a:extLst>
                <a:ext uri="{FF2B5EF4-FFF2-40B4-BE49-F238E27FC236}">
                  <a16:creationId xmlns:a16="http://schemas.microsoft.com/office/drawing/2014/main" id="{67DEB934-0182-10B8-AA93-4CDA98F43B49}"/>
                </a:ext>
              </a:extLst>
            </p:cNvPr>
            <p:cNvCxnSpPr>
              <a:stCxn id="199" idx="2"/>
              <a:endCxn id="199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2" name="矩形: 圆角 201">
            <a:extLst>
              <a:ext uri="{FF2B5EF4-FFF2-40B4-BE49-F238E27FC236}">
                <a16:creationId xmlns:a16="http://schemas.microsoft.com/office/drawing/2014/main" id="{7F53B38B-486F-6AD5-7440-FB9152AD2F3A}"/>
              </a:ext>
            </a:extLst>
          </p:cNvPr>
          <p:cNvSpPr/>
          <p:nvPr/>
        </p:nvSpPr>
        <p:spPr>
          <a:xfrm>
            <a:off x="7697610" y="19694916"/>
            <a:ext cx="362158" cy="734387"/>
          </a:xfrm>
          <a:prstGeom prst="roundRect">
            <a:avLst/>
          </a:prstGeom>
          <a:solidFill>
            <a:srgbClr val="77A2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3" name="矩形: 圆角 202">
            <a:extLst>
              <a:ext uri="{FF2B5EF4-FFF2-40B4-BE49-F238E27FC236}">
                <a16:creationId xmlns:a16="http://schemas.microsoft.com/office/drawing/2014/main" id="{07ECDF54-32B3-DCAA-1E41-1BB1F84A7291}"/>
              </a:ext>
            </a:extLst>
          </p:cNvPr>
          <p:cNvSpPr/>
          <p:nvPr/>
        </p:nvSpPr>
        <p:spPr>
          <a:xfrm>
            <a:off x="8352930" y="18285090"/>
            <a:ext cx="362158" cy="734387"/>
          </a:xfrm>
          <a:prstGeom prst="roundRect">
            <a:avLst/>
          </a:prstGeom>
          <a:solidFill>
            <a:srgbClr val="77A2D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4" name="矩形: 圆角 203">
            <a:extLst>
              <a:ext uri="{FF2B5EF4-FFF2-40B4-BE49-F238E27FC236}">
                <a16:creationId xmlns:a16="http://schemas.microsoft.com/office/drawing/2014/main" id="{91A9F90C-6E52-F750-D63E-5C4E1B0D28BC}"/>
              </a:ext>
            </a:extLst>
          </p:cNvPr>
          <p:cNvSpPr/>
          <p:nvPr/>
        </p:nvSpPr>
        <p:spPr>
          <a:xfrm>
            <a:off x="5528514" y="18244480"/>
            <a:ext cx="233680" cy="876300"/>
          </a:xfrm>
          <a:prstGeom prst="roundRect">
            <a:avLst/>
          </a:prstGeom>
          <a:solidFill>
            <a:srgbClr val="D6F7F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5" name="立方体 204">
            <a:extLst>
              <a:ext uri="{FF2B5EF4-FFF2-40B4-BE49-F238E27FC236}">
                <a16:creationId xmlns:a16="http://schemas.microsoft.com/office/drawing/2014/main" id="{A48B7472-E077-CBFC-941B-2CB6FB7EA066}"/>
              </a:ext>
            </a:extLst>
          </p:cNvPr>
          <p:cNvSpPr/>
          <p:nvPr/>
        </p:nvSpPr>
        <p:spPr>
          <a:xfrm rot="5520000" flipH="1">
            <a:off x="6505994" y="18395898"/>
            <a:ext cx="335878" cy="118180"/>
          </a:xfrm>
          <a:prstGeom prst="cube">
            <a:avLst>
              <a:gd name="adj" fmla="val 75750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6" name="立方体 205">
            <a:extLst>
              <a:ext uri="{FF2B5EF4-FFF2-40B4-BE49-F238E27FC236}">
                <a16:creationId xmlns:a16="http://schemas.microsoft.com/office/drawing/2014/main" id="{11B67DF2-8656-CECA-4270-2A9FCF724D7C}"/>
              </a:ext>
            </a:extLst>
          </p:cNvPr>
          <p:cNvSpPr/>
          <p:nvPr/>
        </p:nvSpPr>
        <p:spPr>
          <a:xfrm rot="5520000" flipH="1">
            <a:off x="6271609" y="18395898"/>
            <a:ext cx="335878" cy="118180"/>
          </a:xfrm>
          <a:prstGeom prst="cube">
            <a:avLst>
              <a:gd name="adj" fmla="val 75750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7" name="立方体 206">
            <a:extLst>
              <a:ext uri="{FF2B5EF4-FFF2-40B4-BE49-F238E27FC236}">
                <a16:creationId xmlns:a16="http://schemas.microsoft.com/office/drawing/2014/main" id="{92E5FDB2-162E-B956-25EE-CA12008D7227}"/>
              </a:ext>
            </a:extLst>
          </p:cNvPr>
          <p:cNvSpPr/>
          <p:nvPr/>
        </p:nvSpPr>
        <p:spPr>
          <a:xfrm rot="5520000" flipH="1">
            <a:off x="6505993" y="18822014"/>
            <a:ext cx="335878" cy="118180"/>
          </a:xfrm>
          <a:prstGeom prst="cube">
            <a:avLst>
              <a:gd name="adj" fmla="val 75750"/>
            </a:avLst>
          </a:prstGeom>
          <a:solidFill>
            <a:srgbClr val="BD8F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8" name="立方体 207">
            <a:extLst>
              <a:ext uri="{FF2B5EF4-FFF2-40B4-BE49-F238E27FC236}">
                <a16:creationId xmlns:a16="http://schemas.microsoft.com/office/drawing/2014/main" id="{6A54DE34-3FFF-3E43-89DB-BACE6084637B}"/>
              </a:ext>
            </a:extLst>
          </p:cNvPr>
          <p:cNvSpPr/>
          <p:nvPr/>
        </p:nvSpPr>
        <p:spPr>
          <a:xfrm rot="5520000" flipH="1">
            <a:off x="6253486" y="18810463"/>
            <a:ext cx="335878" cy="118180"/>
          </a:xfrm>
          <a:prstGeom prst="cube">
            <a:avLst>
              <a:gd name="adj" fmla="val 75750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9" name="直接箭头连接符 208">
            <a:extLst>
              <a:ext uri="{FF2B5EF4-FFF2-40B4-BE49-F238E27FC236}">
                <a16:creationId xmlns:a16="http://schemas.microsoft.com/office/drawing/2014/main" id="{C2171319-B6A3-D73D-38EE-8EE4B9248CB4}"/>
              </a:ext>
            </a:extLst>
          </p:cNvPr>
          <p:cNvCxnSpPr>
            <a:stCxn id="205" idx="0"/>
          </p:cNvCxnSpPr>
          <p:nvPr/>
        </p:nvCxnSpPr>
        <p:spPr>
          <a:xfrm>
            <a:off x="6734549" y="18412316"/>
            <a:ext cx="508169" cy="17040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箭头连接符 209">
            <a:extLst>
              <a:ext uri="{FF2B5EF4-FFF2-40B4-BE49-F238E27FC236}">
                <a16:creationId xmlns:a16="http://schemas.microsoft.com/office/drawing/2014/main" id="{B91B29BC-F36B-4BCB-AA20-1FAC787E1901}"/>
              </a:ext>
            </a:extLst>
          </p:cNvPr>
          <p:cNvCxnSpPr/>
          <p:nvPr/>
        </p:nvCxnSpPr>
        <p:spPr>
          <a:xfrm>
            <a:off x="6504463" y="18422703"/>
            <a:ext cx="738255" cy="17145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箭头连接符 210">
            <a:extLst>
              <a:ext uri="{FF2B5EF4-FFF2-40B4-BE49-F238E27FC236}">
                <a16:creationId xmlns:a16="http://schemas.microsoft.com/office/drawing/2014/main" id="{24D517BE-34BB-45DF-3606-D973D7814E06}"/>
              </a:ext>
            </a:extLst>
          </p:cNvPr>
          <p:cNvCxnSpPr>
            <a:cxnSpLocks/>
            <a:stCxn id="207" idx="0"/>
            <a:endCxn id="215" idx="1"/>
          </p:cNvCxnSpPr>
          <p:nvPr/>
        </p:nvCxnSpPr>
        <p:spPr>
          <a:xfrm flipV="1">
            <a:off x="6734548" y="18657275"/>
            <a:ext cx="494832" cy="18115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箭头连接符 211">
            <a:extLst>
              <a:ext uri="{FF2B5EF4-FFF2-40B4-BE49-F238E27FC236}">
                <a16:creationId xmlns:a16="http://schemas.microsoft.com/office/drawing/2014/main" id="{CD34897B-07A2-CF73-D472-F475CE24FDFA}"/>
              </a:ext>
            </a:extLst>
          </p:cNvPr>
          <p:cNvCxnSpPr>
            <a:cxnSpLocks/>
            <a:stCxn id="208" idx="0"/>
            <a:endCxn id="215" idx="1"/>
          </p:cNvCxnSpPr>
          <p:nvPr/>
        </p:nvCxnSpPr>
        <p:spPr>
          <a:xfrm flipV="1">
            <a:off x="6482041" y="18657275"/>
            <a:ext cx="747339" cy="16960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13" name="组合 212">
            <a:extLst>
              <a:ext uri="{FF2B5EF4-FFF2-40B4-BE49-F238E27FC236}">
                <a16:creationId xmlns:a16="http://schemas.microsoft.com/office/drawing/2014/main" id="{A477198E-7888-8745-73BE-460E7A3CD2A0}"/>
              </a:ext>
            </a:extLst>
          </p:cNvPr>
          <p:cNvGrpSpPr/>
          <p:nvPr/>
        </p:nvGrpSpPr>
        <p:grpSpPr>
          <a:xfrm>
            <a:off x="7229380" y="18526470"/>
            <a:ext cx="187620" cy="261610"/>
            <a:chOff x="2460527" y="13070675"/>
            <a:chExt cx="187620" cy="261610"/>
          </a:xfrm>
        </p:grpSpPr>
        <p:sp>
          <p:nvSpPr>
            <p:cNvPr id="214" name="椭圆 213">
              <a:extLst>
                <a:ext uri="{FF2B5EF4-FFF2-40B4-BE49-F238E27FC236}">
                  <a16:creationId xmlns:a16="http://schemas.microsoft.com/office/drawing/2014/main" id="{BB75FE23-5F5A-29AC-951A-B9CA9679C8DC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5" name="文本框 214">
              <a:extLst>
                <a:ext uri="{FF2B5EF4-FFF2-40B4-BE49-F238E27FC236}">
                  <a16:creationId xmlns:a16="http://schemas.microsoft.com/office/drawing/2014/main" id="{839DC5EF-B39B-F99E-C2EC-D50456914B4C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216" name="连接符: 肘形 215">
            <a:extLst>
              <a:ext uri="{FF2B5EF4-FFF2-40B4-BE49-F238E27FC236}">
                <a16:creationId xmlns:a16="http://schemas.microsoft.com/office/drawing/2014/main" id="{7C34C6C7-2F60-9E2C-E3E0-AEA3AA6EBE40}"/>
              </a:ext>
            </a:extLst>
          </p:cNvPr>
          <p:cNvCxnSpPr>
            <a:endCxn id="204" idx="1"/>
          </p:cNvCxnSpPr>
          <p:nvPr/>
        </p:nvCxnSpPr>
        <p:spPr>
          <a:xfrm rot="5400000" flipH="1" flipV="1">
            <a:off x="4968608" y="18946014"/>
            <a:ext cx="823289" cy="296523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7" name="直接箭头连接符 216">
            <a:extLst>
              <a:ext uri="{FF2B5EF4-FFF2-40B4-BE49-F238E27FC236}">
                <a16:creationId xmlns:a16="http://schemas.microsoft.com/office/drawing/2014/main" id="{D7D346C4-288F-664F-1463-FC7D5238B0D7}"/>
              </a:ext>
            </a:extLst>
          </p:cNvPr>
          <p:cNvCxnSpPr>
            <a:cxnSpLocks/>
          </p:cNvCxnSpPr>
          <p:nvPr/>
        </p:nvCxnSpPr>
        <p:spPr>
          <a:xfrm>
            <a:off x="5223101" y="19287403"/>
            <a:ext cx="193342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8" name="矩形: 圆角 217">
            <a:extLst>
              <a:ext uri="{FF2B5EF4-FFF2-40B4-BE49-F238E27FC236}">
                <a16:creationId xmlns:a16="http://schemas.microsoft.com/office/drawing/2014/main" id="{D58B15F5-14AA-ACE9-B57E-2F9CCB01A969}"/>
              </a:ext>
            </a:extLst>
          </p:cNvPr>
          <p:cNvSpPr/>
          <p:nvPr/>
        </p:nvSpPr>
        <p:spPr>
          <a:xfrm>
            <a:off x="9031082" y="18217975"/>
            <a:ext cx="233680" cy="876300"/>
          </a:xfrm>
          <a:prstGeom prst="roundRect">
            <a:avLst/>
          </a:prstGeom>
          <a:solidFill>
            <a:srgbClr val="B2F3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9" name="矩形: 圆角 218">
            <a:extLst>
              <a:ext uri="{FF2B5EF4-FFF2-40B4-BE49-F238E27FC236}">
                <a16:creationId xmlns:a16="http://schemas.microsoft.com/office/drawing/2014/main" id="{4D2270D4-B9E4-3A6C-997F-20277724B9AD}"/>
              </a:ext>
            </a:extLst>
          </p:cNvPr>
          <p:cNvSpPr/>
          <p:nvPr/>
        </p:nvSpPr>
        <p:spPr>
          <a:xfrm>
            <a:off x="8489035" y="19613789"/>
            <a:ext cx="233680" cy="876300"/>
          </a:xfrm>
          <a:prstGeom prst="roundRect">
            <a:avLst/>
          </a:prstGeom>
          <a:solidFill>
            <a:srgbClr val="B2F3D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0" name="立方体 219">
            <a:extLst>
              <a:ext uri="{FF2B5EF4-FFF2-40B4-BE49-F238E27FC236}">
                <a16:creationId xmlns:a16="http://schemas.microsoft.com/office/drawing/2014/main" id="{853A9604-1B0C-C8B0-AEFB-0C9C07B656FE}"/>
              </a:ext>
            </a:extLst>
          </p:cNvPr>
          <p:cNvSpPr/>
          <p:nvPr/>
        </p:nvSpPr>
        <p:spPr>
          <a:xfrm rot="5520000" flipH="1">
            <a:off x="9000882" y="19896139"/>
            <a:ext cx="784282" cy="311599"/>
          </a:xfrm>
          <a:prstGeom prst="cube">
            <a:avLst>
              <a:gd name="adj" fmla="val 75750"/>
            </a:avLst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1" name="直接箭头连接符 220">
            <a:extLst>
              <a:ext uri="{FF2B5EF4-FFF2-40B4-BE49-F238E27FC236}">
                <a16:creationId xmlns:a16="http://schemas.microsoft.com/office/drawing/2014/main" id="{604413E0-0F6D-8F58-E39D-F7DF4E56E930}"/>
              </a:ext>
            </a:extLst>
          </p:cNvPr>
          <p:cNvCxnSpPr/>
          <p:nvPr/>
        </p:nvCxnSpPr>
        <p:spPr>
          <a:xfrm>
            <a:off x="7279510" y="20051939"/>
            <a:ext cx="41810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箭头连接符 221">
            <a:extLst>
              <a:ext uri="{FF2B5EF4-FFF2-40B4-BE49-F238E27FC236}">
                <a16:creationId xmlns:a16="http://schemas.microsoft.com/office/drawing/2014/main" id="{68FB60B1-846C-8955-E34D-AA6B39333385}"/>
              </a:ext>
            </a:extLst>
          </p:cNvPr>
          <p:cNvCxnSpPr>
            <a:stCxn id="202" idx="3"/>
          </p:cNvCxnSpPr>
          <p:nvPr/>
        </p:nvCxnSpPr>
        <p:spPr>
          <a:xfrm flipV="1">
            <a:off x="8059768" y="20062109"/>
            <a:ext cx="429267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箭头连接符 222">
            <a:extLst>
              <a:ext uri="{FF2B5EF4-FFF2-40B4-BE49-F238E27FC236}">
                <a16:creationId xmlns:a16="http://schemas.microsoft.com/office/drawing/2014/main" id="{99CFC3EB-7514-D108-802B-76E5A8B32C09}"/>
              </a:ext>
            </a:extLst>
          </p:cNvPr>
          <p:cNvCxnSpPr>
            <a:stCxn id="219" idx="3"/>
          </p:cNvCxnSpPr>
          <p:nvPr/>
        </p:nvCxnSpPr>
        <p:spPr>
          <a:xfrm>
            <a:off x="8722715" y="20051939"/>
            <a:ext cx="500917" cy="101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箭头连接符 223">
            <a:extLst>
              <a:ext uri="{FF2B5EF4-FFF2-40B4-BE49-F238E27FC236}">
                <a16:creationId xmlns:a16="http://schemas.microsoft.com/office/drawing/2014/main" id="{4C7BE501-7427-66D8-E133-DD42B558974F}"/>
              </a:ext>
            </a:extLst>
          </p:cNvPr>
          <p:cNvCxnSpPr/>
          <p:nvPr/>
        </p:nvCxnSpPr>
        <p:spPr>
          <a:xfrm>
            <a:off x="9547174" y="20062109"/>
            <a:ext cx="335557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5" name="立方体 224">
            <a:extLst>
              <a:ext uri="{FF2B5EF4-FFF2-40B4-BE49-F238E27FC236}">
                <a16:creationId xmlns:a16="http://schemas.microsoft.com/office/drawing/2014/main" id="{6DFAE3F2-CB90-FDA8-31AB-CEAF5FD2EC9F}"/>
              </a:ext>
            </a:extLst>
          </p:cNvPr>
          <p:cNvSpPr/>
          <p:nvPr/>
        </p:nvSpPr>
        <p:spPr>
          <a:xfrm rot="5520000" flipH="1">
            <a:off x="9608689" y="18566140"/>
            <a:ext cx="309749" cy="121866"/>
          </a:xfrm>
          <a:prstGeom prst="cube">
            <a:avLst>
              <a:gd name="adj" fmla="val 75750"/>
            </a:avLst>
          </a:prstGeom>
          <a:solidFill>
            <a:srgbClr val="FFF1C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26" name="直接箭头连接符 225">
            <a:extLst>
              <a:ext uri="{FF2B5EF4-FFF2-40B4-BE49-F238E27FC236}">
                <a16:creationId xmlns:a16="http://schemas.microsoft.com/office/drawing/2014/main" id="{1EC85D1B-66DC-EE7E-FB55-43C153F3952C}"/>
              </a:ext>
            </a:extLst>
          </p:cNvPr>
          <p:cNvCxnSpPr>
            <a:cxnSpLocks/>
            <a:endCxn id="225" idx="3"/>
          </p:cNvCxnSpPr>
          <p:nvPr/>
        </p:nvCxnSpPr>
        <p:spPr>
          <a:xfrm flipV="1">
            <a:off x="9264762" y="18671075"/>
            <a:ext cx="436295" cy="103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箭头连接符 226">
            <a:extLst>
              <a:ext uri="{FF2B5EF4-FFF2-40B4-BE49-F238E27FC236}">
                <a16:creationId xmlns:a16="http://schemas.microsoft.com/office/drawing/2014/main" id="{AB3B211C-A043-3534-F4E2-BDD6FFBCD3C5}"/>
              </a:ext>
            </a:extLst>
          </p:cNvPr>
          <p:cNvCxnSpPr>
            <a:stCxn id="203" idx="3"/>
            <a:endCxn id="218" idx="1"/>
          </p:cNvCxnSpPr>
          <p:nvPr/>
        </p:nvCxnSpPr>
        <p:spPr>
          <a:xfrm>
            <a:off x="8715088" y="18652284"/>
            <a:ext cx="315994" cy="384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8" name="立方体 227">
            <a:extLst>
              <a:ext uri="{FF2B5EF4-FFF2-40B4-BE49-F238E27FC236}">
                <a16:creationId xmlns:a16="http://schemas.microsoft.com/office/drawing/2014/main" id="{3E37CA38-6E51-D2B1-B64E-7EC11628DE3D}"/>
              </a:ext>
            </a:extLst>
          </p:cNvPr>
          <p:cNvSpPr/>
          <p:nvPr/>
        </p:nvSpPr>
        <p:spPr>
          <a:xfrm rot="5520000" flipH="1">
            <a:off x="7669706" y="18563195"/>
            <a:ext cx="335878" cy="118180"/>
          </a:xfrm>
          <a:prstGeom prst="cube">
            <a:avLst>
              <a:gd name="adj" fmla="val 75750"/>
            </a:avLst>
          </a:prstGeom>
          <a:solidFill>
            <a:srgbClr val="BD8F8F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9" name="立方体 228">
            <a:extLst>
              <a:ext uri="{FF2B5EF4-FFF2-40B4-BE49-F238E27FC236}">
                <a16:creationId xmlns:a16="http://schemas.microsoft.com/office/drawing/2014/main" id="{B9FAA594-3FDC-1B6F-5555-E96D6D7915F6}"/>
              </a:ext>
            </a:extLst>
          </p:cNvPr>
          <p:cNvSpPr/>
          <p:nvPr/>
        </p:nvSpPr>
        <p:spPr>
          <a:xfrm rot="5520000" flipH="1">
            <a:off x="7698834" y="18564114"/>
            <a:ext cx="335878" cy="118180"/>
          </a:xfrm>
          <a:prstGeom prst="cube">
            <a:avLst>
              <a:gd name="adj" fmla="val 75750"/>
            </a:avLst>
          </a:prstGeom>
          <a:solidFill>
            <a:srgbClr val="C9B8A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0" name="立方体 229">
            <a:extLst>
              <a:ext uri="{FF2B5EF4-FFF2-40B4-BE49-F238E27FC236}">
                <a16:creationId xmlns:a16="http://schemas.microsoft.com/office/drawing/2014/main" id="{C0403E9B-D3D9-E33A-8F45-4CB46171E363}"/>
              </a:ext>
            </a:extLst>
          </p:cNvPr>
          <p:cNvSpPr/>
          <p:nvPr/>
        </p:nvSpPr>
        <p:spPr>
          <a:xfrm rot="5520000" flipH="1">
            <a:off x="7736924" y="18563195"/>
            <a:ext cx="335878" cy="118180"/>
          </a:xfrm>
          <a:prstGeom prst="cube">
            <a:avLst>
              <a:gd name="adj" fmla="val 75750"/>
            </a:avLst>
          </a:prstGeom>
          <a:solidFill>
            <a:srgbClr val="B1BCC6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1" name="立方体 230">
            <a:extLst>
              <a:ext uri="{FF2B5EF4-FFF2-40B4-BE49-F238E27FC236}">
                <a16:creationId xmlns:a16="http://schemas.microsoft.com/office/drawing/2014/main" id="{9E824940-0DCC-AF09-B82F-50AB033C4D11}"/>
              </a:ext>
            </a:extLst>
          </p:cNvPr>
          <p:cNvSpPr/>
          <p:nvPr/>
        </p:nvSpPr>
        <p:spPr>
          <a:xfrm rot="5520000" flipH="1">
            <a:off x="7772711" y="18562276"/>
            <a:ext cx="335878" cy="118180"/>
          </a:xfrm>
          <a:prstGeom prst="cube">
            <a:avLst>
              <a:gd name="adj" fmla="val 75750"/>
            </a:avLst>
          </a:prstGeom>
          <a:solidFill>
            <a:srgbClr val="9A9A9A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2" name="直接箭头连接符 231">
            <a:extLst>
              <a:ext uri="{FF2B5EF4-FFF2-40B4-BE49-F238E27FC236}">
                <a16:creationId xmlns:a16="http://schemas.microsoft.com/office/drawing/2014/main" id="{2960780E-30B3-2A43-6ED9-3E4C7F050151}"/>
              </a:ext>
            </a:extLst>
          </p:cNvPr>
          <p:cNvCxnSpPr>
            <a:stCxn id="214" idx="6"/>
            <a:endCxn id="228" idx="3"/>
          </p:cNvCxnSpPr>
          <p:nvPr/>
        </p:nvCxnSpPr>
        <p:spPr>
          <a:xfrm>
            <a:off x="7417000" y="18657275"/>
            <a:ext cx="360029" cy="768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箭头连接符 232">
            <a:extLst>
              <a:ext uri="{FF2B5EF4-FFF2-40B4-BE49-F238E27FC236}">
                <a16:creationId xmlns:a16="http://schemas.microsoft.com/office/drawing/2014/main" id="{EC29972B-42A0-7AC9-5ECD-541C1E64B8F3}"/>
              </a:ext>
            </a:extLst>
          </p:cNvPr>
          <p:cNvCxnSpPr>
            <a:cxnSpLocks/>
            <a:stCxn id="231" idx="1"/>
          </p:cNvCxnSpPr>
          <p:nvPr/>
        </p:nvCxnSpPr>
        <p:spPr>
          <a:xfrm flipV="1">
            <a:off x="7908675" y="18652283"/>
            <a:ext cx="444255" cy="1275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直接箭头连接符 241">
            <a:extLst>
              <a:ext uri="{FF2B5EF4-FFF2-40B4-BE49-F238E27FC236}">
                <a16:creationId xmlns:a16="http://schemas.microsoft.com/office/drawing/2014/main" id="{E6052F08-4EA0-C641-F514-3081DE68F8C2}"/>
              </a:ext>
            </a:extLst>
          </p:cNvPr>
          <p:cNvCxnSpPr>
            <a:cxnSpLocks/>
            <a:endCxn id="181" idx="1"/>
          </p:cNvCxnSpPr>
          <p:nvPr/>
        </p:nvCxnSpPr>
        <p:spPr>
          <a:xfrm>
            <a:off x="3851501" y="20051939"/>
            <a:ext cx="33655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直接箭头连接符 244">
            <a:extLst>
              <a:ext uri="{FF2B5EF4-FFF2-40B4-BE49-F238E27FC236}">
                <a16:creationId xmlns:a16="http://schemas.microsoft.com/office/drawing/2014/main" id="{E7243014-7FEB-50E0-D12A-94C304FD464C}"/>
              </a:ext>
            </a:extLst>
          </p:cNvPr>
          <p:cNvCxnSpPr>
            <a:stCxn id="181" idx="3"/>
          </p:cNvCxnSpPr>
          <p:nvPr/>
        </p:nvCxnSpPr>
        <p:spPr>
          <a:xfrm flipV="1">
            <a:off x="4421731" y="20049573"/>
            <a:ext cx="584200" cy="236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立方体 59">
            <a:extLst>
              <a:ext uri="{FF2B5EF4-FFF2-40B4-BE49-F238E27FC236}">
                <a16:creationId xmlns:a16="http://schemas.microsoft.com/office/drawing/2014/main" id="{6C3E94D7-E0BA-4F31-3726-87B47A04B475}"/>
              </a:ext>
            </a:extLst>
          </p:cNvPr>
          <p:cNvSpPr/>
          <p:nvPr/>
        </p:nvSpPr>
        <p:spPr>
          <a:xfrm rot="5520000" flipH="1">
            <a:off x="3128305" y="22277692"/>
            <a:ext cx="941408" cy="402434"/>
          </a:xfrm>
          <a:prstGeom prst="cube">
            <a:avLst>
              <a:gd name="adj" fmla="val 75750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矩形: 圆角 60">
            <a:extLst>
              <a:ext uri="{FF2B5EF4-FFF2-40B4-BE49-F238E27FC236}">
                <a16:creationId xmlns:a16="http://schemas.microsoft.com/office/drawing/2014/main" id="{D2CB3424-75E1-0DE6-31FC-CE2BA1D706EA}"/>
              </a:ext>
            </a:extLst>
          </p:cNvPr>
          <p:cNvSpPr/>
          <p:nvPr/>
        </p:nvSpPr>
        <p:spPr>
          <a:xfrm>
            <a:off x="4047081" y="21850259"/>
            <a:ext cx="193040" cy="1037764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: 圆角 61">
            <a:extLst>
              <a:ext uri="{FF2B5EF4-FFF2-40B4-BE49-F238E27FC236}">
                <a16:creationId xmlns:a16="http://schemas.microsoft.com/office/drawing/2014/main" id="{1BB15CC2-C283-D5BE-8A69-C5395166BA0C}"/>
              </a:ext>
            </a:extLst>
          </p:cNvPr>
          <p:cNvSpPr/>
          <p:nvPr/>
        </p:nvSpPr>
        <p:spPr>
          <a:xfrm>
            <a:off x="4496661" y="22033139"/>
            <a:ext cx="193040" cy="812974"/>
          </a:xfrm>
          <a:prstGeom prst="roundRect">
            <a:avLst/>
          </a:prstGeom>
          <a:solidFill>
            <a:srgbClr val="EDEBC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矩形: 圆角 62">
            <a:extLst>
              <a:ext uri="{FF2B5EF4-FFF2-40B4-BE49-F238E27FC236}">
                <a16:creationId xmlns:a16="http://schemas.microsoft.com/office/drawing/2014/main" id="{086D7830-D385-8B72-3110-5DBF038C874C}"/>
              </a:ext>
            </a:extLst>
          </p:cNvPr>
          <p:cNvSpPr/>
          <p:nvPr/>
        </p:nvSpPr>
        <p:spPr>
          <a:xfrm>
            <a:off x="4878423" y="2233604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矩形: 圆角 94">
            <a:extLst>
              <a:ext uri="{FF2B5EF4-FFF2-40B4-BE49-F238E27FC236}">
                <a16:creationId xmlns:a16="http://schemas.microsoft.com/office/drawing/2014/main" id="{C9E78E79-31CC-123B-A03A-AA73A1A62497}"/>
              </a:ext>
            </a:extLst>
          </p:cNvPr>
          <p:cNvSpPr/>
          <p:nvPr/>
        </p:nvSpPr>
        <p:spPr>
          <a:xfrm>
            <a:off x="5360007" y="21809289"/>
            <a:ext cx="188976" cy="207166"/>
          </a:xfrm>
          <a:prstGeom prst="roundRect">
            <a:avLst/>
          </a:prstGeom>
          <a:solidFill>
            <a:srgbClr val="4BBBE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7" name="矩形: 圆角 96">
            <a:extLst>
              <a:ext uri="{FF2B5EF4-FFF2-40B4-BE49-F238E27FC236}">
                <a16:creationId xmlns:a16="http://schemas.microsoft.com/office/drawing/2014/main" id="{E4A9E3AD-9460-2934-D50A-0C31CD2C6451}"/>
              </a:ext>
            </a:extLst>
          </p:cNvPr>
          <p:cNvSpPr/>
          <p:nvPr/>
        </p:nvSpPr>
        <p:spPr>
          <a:xfrm>
            <a:off x="5360007" y="22326979"/>
            <a:ext cx="188976" cy="207166"/>
          </a:xfrm>
          <a:prstGeom prst="roundRect">
            <a:avLst/>
          </a:prstGeom>
          <a:solidFill>
            <a:srgbClr val="4BBBE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9" name="矩形: 圆角 98">
            <a:extLst>
              <a:ext uri="{FF2B5EF4-FFF2-40B4-BE49-F238E27FC236}">
                <a16:creationId xmlns:a16="http://schemas.microsoft.com/office/drawing/2014/main" id="{13A194B8-F55A-428C-BE51-AD4777B29600}"/>
              </a:ext>
            </a:extLst>
          </p:cNvPr>
          <p:cNvSpPr/>
          <p:nvPr/>
        </p:nvSpPr>
        <p:spPr>
          <a:xfrm>
            <a:off x="5360007" y="22855497"/>
            <a:ext cx="188976" cy="207166"/>
          </a:xfrm>
          <a:prstGeom prst="roundRect">
            <a:avLst/>
          </a:prstGeom>
          <a:solidFill>
            <a:srgbClr val="4BBBE7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: 圆角 100">
            <a:extLst>
              <a:ext uri="{FF2B5EF4-FFF2-40B4-BE49-F238E27FC236}">
                <a16:creationId xmlns:a16="http://schemas.microsoft.com/office/drawing/2014/main" id="{E1BA792A-6C32-2B96-B87A-F3F4B79CBAA8}"/>
              </a:ext>
            </a:extLst>
          </p:cNvPr>
          <p:cNvSpPr/>
          <p:nvPr/>
        </p:nvSpPr>
        <p:spPr>
          <a:xfrm>
            <a:off x="5790537" y="21809289"/>
            <a:ext cx="188976" cy="207166"/>
          </a:xfrm>
          <a:prstGeom prst="roundRect">
            <a:avLst/>
          </a:prstGeom>
          <a:solidFill>
            <a:srgbClr val="BCD6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矩形: 圆角 102">
            <a:extLst>
              <a:ext uri="{FF2B5EF4-FFF2-40B4-BE49-F238E27FC236}">
                <a16:creationId xmlns:a16="http://schemas.microsoft.com/office/drawing/2014/main" id="{FB95CC9E-9682-57BF-7FD8-4BC01D659B76}"/>
              </a:ext>
            </a:extLst>
          </p:cNvPr>
          <p:cNvSpPr/>
          <p:nvPr/>
        </p:nvSpPr>
        <p:spPr>
          <a:xfrm>
            <a:off x="5790537" y="22336043"/>
            <a:ext cx="188976" cy="207166"/>
          </a:xfrm>
          <a:prstGeom prst="roundRect">
            <a:avLst/>
          </a:prstGeom>
          <a:solidFill>
            <a:srgbClr val="BCD6ED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" name="直接箭头连接符 103">
            <a:extLst>
              <a:ext uri="{FF2B5EF4-FFF2-40B4-BE49-F238E27FC236}">
                <a16:creationId xmlns:a16="http://schemas.microsoft.com/office/drawing/2014/main" id="{0E159390-7996-B758-0E68-2385C15EA41B}"/>
              </a:ext>
            </a:extLst>
          </p:cNvPr>
          <p:cNvCxnSpPr>
            <a:cxnSpLocks/>
          </p:cNvCxnSpPr>
          <p:nvPr/>
        </p:nvCxnSpPr>
        <p:spPr>
          <a:xfrm>
            <a:off x="3797982" y="22432410"/>
            <a:ext cx="232873" cy="7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箭头连接符 104">
            <a:extLst>
              <a:ext uri="{FF2B5EF4-FFF2-40B4-BE49-F238E27FC236}">
                <a16:creationId xmlns:a16="http://schemas.microsoft.com/office/drawing/2014/main" id="{76FAF301-3CFA-E8FC-10B9-9137DCE75B32}"/>
              </a:ext>
            </a:extLst>
          </p:cNvPr>
          <p:cNvCxnSpPr/>
          <p:nvPr/>
        </p:nvCxnSpPr>
        <p:spPr>
          <a:xfrm>
            <a:off x="4240121" y="22439626"/>
            <a:ext cx="25654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6" name="组合 105">
            <a:extLst>
              <a:ext uri="{FF2B5EF4-FFF2-40B4-BE49-F238E27FC236}">
                <a16:creationId xmlns:a16="http://schemas.microsoft.com/office/drawing/2014/main" id="{03CFA8BD-90D9-9A12-1AD9-D754D1122C00}"/>
              </a:ext>
            </a:extLst>
          </p:cNvPr>
          <p:cNvGrpSpPr/>
          <p:nvPr/>
        </p:nvGrpSpPr>
        <p:grpSpPr>
          <a:xfrm>
            <a:off x="6039994" y="22091647"/>
            <a:ext cx="180000" cy="180000"/>
            <a:chOff x="2064287" y="13291480"/>
            <a:chExt cx="180000" cy="180000"/>
          </a:xfrm>
        </p:grpSpPr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id="{AC073F35-64F5-1F16-85E4-D2965CA4504B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5" name="直接连接符 134">
              <a:extLst>
                <a:ext uri="{FF2B5EF4-FFF2-40B4-BE49-F238E27FC236}">
                  <a16:creationId xmlns:a16="http://schemas.microsoft.com/office/drawing/2014/main" id="{613F4065-AC69-F833-16C3-D27CC852AD0D}"/>
                </a:ext>
              </a:extLst>
            </p:cNvPr>
            <p:cNvCxnSpPr>
              <a:endCxn id="107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7" name="直接连接符 136">
              <a:extLst>
                <a:ext uri="{FF2B5EF4-FFF2-40B4-BE49-F238E27FC236}">
                  <a16:creationId xmlns:a16="http://schemas.microsoft.com/office/drawing/2014/main" id="{418DB6B9-F36E-3A78-27E2-F47BE6A250CD}"/>
                </a:ext>
              </a:extLst>
            </p:cNvPr>
            <p:cNvCxnSpPr>
              <a:cxnSpLocks/>
              <a:stCxn id="107" idx="7"/>
              <a:endCxn id="107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E706509B-D5BC-BB0C-A58A-25322F9E7774}"/>
              </a:ext>
            </a:extLst>
          </p:cNvPr>
          <p:cNvGrpSpPr/>
          <p:nvPr/>
        </p:nvGrpSpPr>
        <p:grpSpPr>
          <a:xfrm>
            <a:off x="6612651" y="22349626"/>
            <a:ext cx="180000" cy="180000"/>
            <a:chOff x="2064287" y="13291480"/>
            <a:chExt cx="180000" cy="180000"/>
          </a:xfrm>
        </p:grpSpPr>
        <p:sp>
          <p:nvSpPr>
            <p:cNvPr id="141" name="椭圆 140">
              <a:extLst>
                <a:ext uri="{FF2B5EF4-FFF2-40B4-BE49-F238E27FC236}">
                  <a16:creationId xmlns:a16="http://schemas.microsoft.com/office/drawing/2014/main" id="{FF4D8F54-0AB1-88A0-867E-C8F6809E0668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2" name="直接连接符 141">
              <a:extLst>
                <a:ext uri="{FF2B5EF4-FFF2-40B4-BE49-F238E27FC236}">
                  <a16:creationId xmlns:a16="http://schemas.microsoft.com/office/drawing/2014/main" id="{9C77A058-678E-B6BD-F3E2-443CD985C82E}"/>
                </a:ext>
              </a:extLst>
            </p:cNvPr>
            <p:cNvCxnSpPr>
              <a:endCxn id="141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3" name="直接连接符 142">
              <a:extLst>
                <a:ext uri="{FF2B5EF4-FFF2-40B4-BE49-F238E27FC236}">
                  <a16:creationId xmlns:a16="http://schemas.microsoft.com/office/drawing/2014/main" id="{FE55947F-9582-2AB6-5748-A45A51EA3A40}"/>
                </a:ext>
              </a:extLst>
            </p:cNvPr>
            <p:cNvCxnSpPr>
              <a:cxnSpLocks/>
              <a:stCxn id="141" idx="7"/>
              <a:endCxn id="141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755270C9-A044-77E9-E002-85ADC1AA4FC1}"/>
              </a:ext>
            </a:extLst>
          </p:cNvPr>
          <p:cNvGrpSpPr/>
          <p:nvPr/>
        </p:nvGrpSpPr>
        <p:grpSpPr>
          <a:xfrm>
            <a:off x="7053479" y="22345267"/>
            <a:ext cx="180000" cy="189230"/>
            <a:chOff x="1408967" y="13637260"/>
            <a:chExt cx="180000" cy="189230"/>
          </a:xfrm>
        </p:grpSpPr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6EBA893D-469B-050D-D873-6FB19A1F53CB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7" name="直接连接符 146">
              <a:extLst>
                <a:ext uri="{FF2B5EF4-FFF2-40B4-BE49-F238E27FC236}">
                  <a16:creationId xmlns:a16="http://schemas.microsoft.com/office/drawing/2014/main" id="{D210F29A-F9DF-8D4C-1A24-2889A5AE75D2}"/>
                </a:ext>
              </a:extLst>
            </p:cNvPr>
            <p:cNvCxnSpPr>
              <a:stCxn id="146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48" name="直接连接符 147">
              <a:extLst>
                <a:ext uri="{FF2B5EF4-FFF2-40B4-BE49-F238E27FC236}">
                  <a16:creationId xmlns:a16="http://schemas.microsoft.com/office/drawing/2014/main" id="{4CAE5D30-9150-A140-25F5-76F0967BBEEC}"/>
                </a:ext>
              </a:extLst>
            </p:cNvPr>
            <p:cNvCxnSpPr>
              <a:stCxn id="146" idx="2"/>
              <a:endCxn id="146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50" name="组合 149">
            <a:extLst>
              <a:ext uri="{FF2B5EF4-FFF2-40B4-BE49-F238E27FC236}">
                <a16:creationId xmlns:a16="http://schemas.microsoft.com/office/drawing/2014/main" id="{AD960BD4-03DC-AB2E-0C81-1D315B070EC6}"/>
              </a:ext>
            </a:extLst>
          </p:cNvPr>
          <p:cNvGrpSpPr/>
          <p:nvPr/>
        </p:nvGrpSpPr>
        <p:grpSpPr>
          <a:xfrm>
            <a:off x="6363542" y="22046722"/>
            <a:ext cx="191757" cy="261610"/>
            <a:chOff x="6356331" y="13667179"/>
            <a:chExt cx="191757" cy="261610"/>
          </a:xfrm>
        </p:grpSpPr>
        <p:sp>
          <p:nvSpPr>
            <p:cNvPr id="152" name="椭圆 151">
              <a:extLst>
                <a:ext uri="{FF2B5EF4-FFF2-40B4-BE49-F238E27FC236}">
                  <a16:creationId xmlns:a16="http://schemas.microsoft.com/office/drawing/2014/main" id="{59B8719C-9A50-1AD2-5EBA-C41990DCDC38}"/>
                </a:ext>
              </a:extLst>
            </p:cNvPr>
            <p:cNvSpPr/>
            <p:nvPr/>
          </p:nvSpPr>
          <p:spPr>
            <a:xfrm>
              <a:off x="6368088" y="13712104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4" name="文本框 153">
              <a:extLst>
                <a:ext uri="{FF2B5EF4-FFF2-40B4-BE49-F238E27FC236}">
                  <a16:creationId xmlns:a16="http://schemas.microsoft.com/office/drawing/2014/main" id="{DE1362A5-175D-5E53-018D-0292FA19719B}"/>
                </a:ext>
              </a:extLst>
            </p:cNvPr>
            <p:cNvSpPr txBox="1"/>
            <p:nvPr/>
          </p:nvSpPr>
          <p:spPr>
            <a:xfrm>
              <a:off x="6356331" y="13667179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56" name="矩形: 圆角 155">
            <a:extLst>
              <a:ext uri="{FF2B5EF4-FFF2-40B4-BE49-F238E27FC236}">
                <a16:creationId xmlns:a16="http://schemas.microsoft.com/office/drawing/2014/main" id="{56D2C469-82C9-2DDB-6776-B285863C9438}"/>
              </a:ext>
            </a:extLst>
          </p:cNvPr>
          <p:cNvSpPr/>
          <p:nvPr/>
        </p:nvSpPr>
        <p:spPr>
          <a:xfrm>
            <a:off x="7425789" y="22336043"/>
            <a:ext cx="188976" cy="207166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8" name="矩形: 圆角 157">
            <a:extLst>
              <a:ext uri="{FF2B5EF4-FFF2-40B4-BE49-F238E27FC236}">
                <a16:creationId xmlns:a16="http://schemas.microsoft.com/office/drawing/2014/main" id="{9304CC6D-0B30-D5A2-CC10-FCC36AD45497}"/>
              </a:ext>
            </a:extLst>
          </p:cNvPr>
          <p:cNvSpPr/>
          <p:nvPr/>
        </p:nvSpPr>
        <p:spPr>
          <a:xfrm>
            <a:off x="7821289" y="22033139"/>
            <a:ext cx="193040" cy="812974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9" name="矩形: 圆角 158">
            <a:extLst>
              <a:ext uri="{FF2B5EF4-FFF2-40B4-BE49-F238E27FC236}">
                <a16:creationId xmlns:a16="http://schemas.microsoft.com/office/drawing/2014/main" id="{475A37DF-BC51-A985-563B-AF29E1E7E3E4}"/>
              </a:ext>
            </a:extLst>
          </p:cNvPr>
          <p:cNvSpPr/>
          <p:nvPr/>
        </p:nvSpPr>
        <p:spPr>
          <a:xfrm>
            <a:off x="8634427" y="21920491"/>
            <a:ext cx="193040" cy="1037763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61" name="组合 160">
            <a:extLst>
              <a:ext uri="{FF2B5EF4-FFF2-40B4-BE49-F238E27FC236}">
                <a16:creationId xmlns:a16="http://schemas.microsoft.com/office/drawing/2014/main" id="{FA5049EF-4378-4A90-9297-A2963B5210D8}"/>
              </a:ext>
            </a:extLst>
          </p:cNvPr>
          <p:cNvGrpSpPr/>
          <p:nvPr/>
        </p:nvGrpSpPr>
        <p:grpSpPr>
          <a:xfrm>
            <a:off x="8210837" y="22349077"/>
            <a:ext cx="180000" cy="189230"/>
            <a:chOff x="1408967" y="13637260"/>
            <a:chExt cx="180000" cy="189230"/>
          </a:xfrm>
        </p:grpSpPr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id="{1453BA26-980F-1AF6-CBB9-7FD1CDD70B25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65" name="直接连接符 164">
              <a:extLst>
                <a:ext uri="{FF2B5EF4-FFF2-40B4-BE49-F238E27FC236}">
                  <a16:creationId xmlns:a16="http://schemas.microsoft.com/office/drawing/2014/main" id="{666E5DE9-0100-5C60-5338-479FD30ED4A6}"/>
                </a:ext>
              </a:extLst>
            </p:cNvPr>
            <p:cNvCxnSpPr>
              <a:stCxn id="163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7" name="直接连接符 166">
              <a:extLst>
                <a:ext uri="{FF2B5EF4-FFF2-40B4-BE49-F238E27FC236}">
                  <a16:creationId xmlns:a16="http://schemas.microsoft.com/office/drawing/2014/main" id="{AC41C1B2-5096-82A8-2C24-FABF0897225F}"/>
                </a:ext>
              </a:extLst>
            </p:cNvPr>
            <p:cNvCxnSpPr>
              <a:stCxn id="163" idx="2"/>
              <a:endCxn id="163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F2A93097-84C6-6CF3-74A5-676C2396945E}"/>
              </a:ext>
            </a:extLst>
          </p:cNvPr>
          <p:cNvGrpSpPr/>
          <p:nvPr/>
        </p:nvGrpSpPr>
        <p:grpSpPr>
          <a:xfrm>
            <a:off x="9807637" y="22337366"/>
            <a:ext cx="180000" cy="189230"/>
            <a:chOff x="1408967" y="13637260"/>
            <a:chExt cx="180000" cy="189230"/>
          </a:xfrm>
        </p:grpSpPr>
        <p:sp>
          <p:nvSpPr>
            <p:cNvPr id="169" name="椭圆 168">
              <a:extLst>
                <a:ext uri="{FF2B5EF4-FFF2-40B4-BE49-F238E27FC236}">
                  <a16:creationId xmlns:a16="http://schemas.microsoft.com/office/drawing/2014/main" id="{EC7176FA-C821-A16B-FF4F-596C4FEEA346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71" name="直接连接符 170">
              <a:extLst>
                <a:ext uri="{FF2B5EF4-FFF2-40B4-BE49-F238E27FC236}">
                  <a16:creationId xmlns:a16="http://schemas.microsoft.com/office/drawing/2014/main" id="{8D9F8827-1B12-766F-CD6C-A4E482CDB3C2}"/>
                </a:ext>
              </a:extLst>
            </p:cNvPr>
            <p:cNvCxnSpPr>
              <a:stCxn id="169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连接符 171">
              <a:extLst>
                <a:ext uri="{FF2B5EF4-FFF2-40B4-BE49-F238E27FC236}">
                  <a16:creationId xmlns:a16="http://schemas.microsoft.com/office/drawing/2014/main" id="{117DED59-FE6C-02C3-7118-DC5BF882D4AF}"/>
                </a:ext>
              </a:extLst>
            </p:cNvPr>
            <p:cNvCxnSpPr>
              <a:stCxn id="169" idx="2"/>
              <a:endCxn id="169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73" name="矩形: 圆角 172">
            <a:extLst>
              <a:ext uri="{FF2B5EF4-FFF2-40B4-BE49-F238E27FC236}">
                <a16:creationId xmlns:a16="http://schemas.microsoft.com/office/drawing/2014/main" id="{6A4F8C11-7296-E86F-67A3-F90619D774F8}"/>
              </a:ext>
            </a:extLst>
          </p:cNvPr>
          <p:cNvSpPr/>
          <p:nvPr/>
        </p:nvSpPr>
        <p:spPr>
          <a:xfrm>
            <a:off x="9437259" y="22019663"/>
            <a:ext cx="193040" cy="812974"/>
          </a:xfrm>
          <a:prstGeom prst="roundRect">
            <a:avLst/>
          </a:prstGeom>
          <a:solidFill>
            <a:srgbClr val="E0E0E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5" name="组合 174">
            <a:extLst>
              <a:ext uri="{FF2B5EF4-FFF2-40B4-BE49-F238E27FC236}">
                <a16:creationId xmlns:a16="http://schemas.microsoft.com/office/drawing/2014/main" id="{F9A3930D-1F5B-E920-BB1A-2B042F0E9C49}"/>
              </a:ext>
            </a:extLst>
          </p:cNvPr>
          <p:cNvGrpSpPr/>
          <p:nvPr/>
        </p:nvGrpSpPr>
        <p:grpSpPr>
          <a:xfrm>
            <a:off x="7053479" y="22742637"/>
            <a:ext cx="181577" cy="180000"/>
            <a:chOff x="7436518" y="14385954"/>
            <a:chExt cx="181577" cy="180000"/>
          </a:xfrm>
        </p:grpSpPr>
        <p:sp>
          <p:nvSpPr>
            <p:cNvPr id="176" name="椭圆 175">
              <a:extLst>
                <a:ext uri="{FF2B5EF4-FFF2-40B4-BE49-F238E27FC236}">
                  <a16:creationId xmlns:a16="http://schemas.microsoft.com/office/drawing/2014/main" id="{7F2835FC-B05D-F7FF-E62C-F70A3EB9CD8A}"/>
                </a:ext>
              </a:extLst>
            </p:cNvPr>
            <p:cNvSpPr/>
            <p:nvPr/>
          </p:nvSpPr>
          <p:spPr>
            <a:xfrm>
              <a:off x="7436518" y="1438595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任意多边形: 形状 177">
              <a:extLst>
                <a:ext uri="{FF2B5EF4-FFF2-40B4-BE49-F238E27FC236}">
                  <a16:creationId xmlns:a16="http://schemas.microsoft.com/office/drawing/2014/main" id="{2E092FED-7E3D-17E8-423E-B17AD8F29804}"/>
                </a:ext>
              </a:extLst>
            </p:cNvPr>
            <p:cNvSpPr/>
            <p:nvPr/>
          </p:nvSpPr>
          <p:spPr>
            <a:xfrm>
              <a:off x="7440930" y="14453082"/>
              <a:ext cx="177165" cy="70687"/>
            </a:xfrm>
            <a:custGeom>
              <a:avLst/>
              <a:gdLst>
                <a:gd name="connsiteX0" fmla="*/ 0 w 177165"/>
                <a:gd name="connsiteY0" fmla="*/ 24918 h 70687"/>
                <a:gd name="connsiteX1" fmla="*/ 53340 w 177165"/>
                <a:gd name="connsiteY1" fmla="*/ 70638 h 70687"/>
                <a:gd name="connsiteX2" fmla="*/ 97155 w 177165"/>
                <a:gd name="connsiteY2" fmla="*/ 17298 h 70687"/>
                <a:gd name="connsiteX3" fmla="*/ 135255 w 177165"/>
                <a:gd name="connsiteY3" fmla="*/ 153 h 70687"/>
                <a:gd name="connsiteX4" fmla="*/ 177165 w 177165"/>
                <a:gd name="connsiteY4" fmla="*/ 24918 h 7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165" h="70687">
                  <a:moveTo>
                    <a:pt x="0" y="24918"/>
                  </a:moveTo>
                  <a:cubicBezTo>
                    <a:pt x="18574" y="48413"/>
                    <a:pt x="37148" y="71908"/>
                    <a:pt x="53340" y="70638"/>
                  </a:cubicBezTo>
                  <a:cubicBezTo>
                    <a:pt x="69533" y="69368"/>
                    <a:pt x="83503" y="29046"/>
                    <a:pt x="97155" y="17298"/>
                  </a:cubicBezTo>
                  <a:cubicBezTo>
                    <a:pt x="110808" y="5550"/>
                    <a:pt x="121920" y="-1117"/>
                    <a:pt x="135255" y="153"/>
                  </a:cubicBezTo>
                  <a:cubicBezTo>
                    <a:pt x="148590" y="1423"/>
                    <a:pt x="162877" y="13170"/>
                    <a:pt x="177165" y="2491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34" name="矩形: 圆角 233">
            <a:extLst>
              <a:ext uri="{FF2B5EF4-FFF2-40B4-BE49-F238E27FC236}">
                <a16:creationId xmlns:a16="http://schemas.microsoft.com/office/drawing/2014/main" id="{4C117AF1-B29B-EAFE-335B-702FB834E9EE}"/>
              </a:ext>
            </a:extLst>
          </p:cNvPr>
          <p:cNvSpPr/>
          <p:nvPr/>
        </p:nvSpPr>
        <p:spPr>
          <a:xfrm>
            <a:off x="8972036" y="21916104"/>
            <a:ext cx="331554" cy="1037763"/>
          </a:xfrm>
          <a:prstGeom prst="roundRect">
            <a:avLst/>
          </a:prstGeom>
          <a:solidFill>
            <a:srgbClr val="EB93C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5" name="直接连接符 234">
            <a:extLst>
              <a:ext uri="{FF2B5EF4-FFF2-40B4-BE49-F238E27FC236}">
                <a16:creationId xmlns:a16="http://schemas.microsoft.com/office/drawing/2014/main" id="{EB589C6D-2F03-F2A4-4F6F-87A190B813D5}"/>
              </a:ext>
            </a:extLst>
          </p:cNvPr>
          <p:cNvCxnSpPr>
            <a:cxnSpLocks/>
            <a:stCxn id="234" idx="0"/>
          </p:cNvCxnSpPr>
          <p:nvPr/>
        </p:nvCxnSpPr>
        <p:spPr>
          <a:xfrm flipV="1">
            <a:off x="9137813" y="21322113"/>
            <a:ext cx="1392618" cy="593991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>
            <a:extLst>
              <a:ext uri="{FF2B5EF4-FFF2-40B4-BE49-F238E27FC236}">
                <a16:creationId xmlns:a16="http://schemas.microsoft.com/office/drawing/2014/main" id="{5AE6A045-5B53-ADD7-5B8B-91024DB7F08E}"/>
              </a:ext>
            </a:extLst>
          </p:cNvPr>
          <p:cNvCxnSpPr>
            <a:cxnSpLocks/>
          </p:cNvCxnSpPr>
          <p:nvPr/>
        </p:nvCxnSpPr>
        <p:spPr>
          <a:xfrm>
            <a:off x="9137813" y="22956349"/>
            <a:ext cx="1506918" cy="221234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箭头连接符 236">
            <a:extLst>
              <a:ext uri="{FF2B5EF4-FFF2-40B4-BE49-F238E27FC236}">
                <a16:creationId xmlns:a16="http://schemas.microsoft.com/office/drawing/2014/main" id="{D4C01E48-65CA-6862-6D65-11A539E24B01}"/>
              </a:ext>
            </a:extLst>
          </p:cNvPr>
          <p:cNvCxnSpPr>
            <a:cxnSpLocks/>
            <a:stCxn id="169" idx="6"/>
          </p:cNvCxnSpPr>
          <p:nvPr/>
        </p:nvCxnSpPr>
        <p:spPr>
          <a:xfrm>
            <a:off x="9987637" y="22427366"/>
            <a:ext cx="23418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箭头连接符 237">
            <a:extLst>
              <a:ext uri="{FF2B5EF4-FFF2-40B4-BE49-F238E27FC236}">
                <a16:creationId xmlns:a16="http://schemas.microsoft.com/office/drawing/2014/main" id="{5FBB4A33-331F-8B6C-F7D0-B800D4C4FAA2}"/>
              </a:ext>
            </a:extLst>
          </p:cNvPr>
          <p:cNvCxnSpPr>
            <a:cxnSpLocks/>
            <a:stCxn id="173" idx="3"/>
            <a:endCxn id="169" idx="2"/>
          </p:cNvCxnSpPr>
          <p:nvPr/>
        </p:nvCxnSpPr>
        <p:spPr>
          <a:xfrm>
            <a:off x="9630299" y="22426150"/>
            <a:ext cx="177338" cy="121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箭头连接符 238">
            <a:extLst>
              <a:ext uri="{FF2B5EF4-FFF2-40B4-BE49-F238E27FC236}">
                <a16:creationId xmlns:a16="http://schemas.microsoft.com/office/drawing/2014/main" id="{A4ECE4FA-252C-EA84-E8BC-726B56D8EF40}"/>
              </a:ext>
            </a:extLst>
          </p:cNvPr>
          <p:cNvCxnSpPr>
            <a:stCxn id="234" idx="3"/>
            <a:endCxn id="173" idx="1"/>
          </p:cNvCxnSpPr>
          <p:nvPr/>
        </p:nvCxnSpPr>
        <p:spPr>
          <a:xfrm flipV="1">
            <a:off x="9303590" y="22426150"/>
            <a:ext cx="133669" cy="883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直接箭头连接符 239">
            <a:extLst>
              <a:ext uri="{FF2B5EF4-FFF2-40B4-BE49-F238E27FC236}">
                <a16:creationId xmlns:a16="http://schemas.microsoft.com/office/drawing/2014/main" id="{65EDE995-483B-42C7-BE58-EA4C538575EB}"/>
              </a:ext>
            </a:extLst>
          </p:cNvPr>
          <p:cNvCxnSpPr>
            <a:stCxn id="159" idx="3"/>
            <a:endCxn id="234" idx="1"/>
          </p:cNvCxnSpPr>
          <p:nvPr/>
        </p:nvCxnSpPr>
        <p:spPr>
          <a:xfrm flipV="1">
            <a:off x="8827467" y="22434986"/>
            <a:ext cx="144569" cy="438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直接箭头连接符 240">
            <a:extLst>
              <a:ext uri="{FF2B5EF4-FFF2-40B4-BE49-F238E27FC236}">
                <a16:creationId xmlns:a16="http://schemas.microsoft.com/office/drawing/2014/main" id="{2D3207C1-C7E6-5B13-8AD6-1AD0E0815F76}"/>
              </a:ext>
            </a:extLst>
          </p:cNvPr>
          <p:cNvCxnSpPr>
            <a:cxnSpLocks/>
            <a:endCxn id="159" idx="1"/>
          </p:cNvCxnSpPr>
          <p:nvPr/>
        </p:nvCxnSpPr>
        <p:spPr>
          <a:xfrm>
            <a:off x="8373971" y="22439373"/>
            <a:ext cx="26045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直接箭头连接符 242">
            <a:extLst>
              <a:ext uri="{FF2B5EF4-FFF2-40B4-BE49-F238E27FC236}">
                <a16:creationId xmlns:a16="http://schemas.microsoft.com/office/drawing/2014/main" id="{2D7ABF77-3A8A-57AD-A424-339457281294}"/>
              </a:ext>
            </a:extLst>
          </p:cNvPr>
          <p:cNvCxnSpPr>
            <a:cxnSpLocks/>
            <a:stCxn id="158" idx="3"/>
            <a:endCxn id="163" idx="2"/>
          </p:cNvCxnSpPr>
          <p:nvPr/>
        </p:nvCxnSpPr>
        <p:spPr>
          <a:xfrm flipV="1">
            <a:off x="8014329" y="22439077"/>
            <a:ext cx="196508" cy="5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直接箭头连接符 243">
            <a:extLst>
              <a:ext uri="{FF2B5EF4-FFF2-40B4-BE49-F238E27FC236}">
                <a16:creationId xmlns:a16="http://schemas.microsoft.com/office/drawing/2014/main" id="{A5674926-0127-1E1C-8D4F-1CAB90E7E33D}"/>
              </a:ext>
            </a:extLst>
          </p:cNvPr>
          <p:cNvCxnSpPr>
            <a:stCxn id="156" idx="3"/>
            <a:endCxn id="158" idx="1"/>
          </p:cNvCxnSpPr>
          <p:nvPr/>
        </p:nvCxnSpPr>
        <p:spPr>
          <a:xfrm>
            <a:off x="7614765" y="22439626"/>
            <a:ext cx="20652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直接箭头连接符 245">
            <a:extLst>
              <a:ext uri="{FF2B5EF4-FFF2-40B4-BE49-F238E27FC236}">
                <a16:creationId xmlns:a16="http://schemas.microsoft.com/office/drawing/2014/main" id="{139B3FAF-77A2-7182-8CB2-2DCD0299262D}"/>
              </a:ext>
            </a:extLst>
          </p:cNvPr>
          <p:cNvCxnSpPr>
            <a:cxnSpLocks/>
            <a:stCxn id="146" idx="6"/>
            <a:endCxn id="156" idx="1"/>
          </p:cNvCxnSpPr>
          <p:nvPr/>
        </p:nvCxnSpPr>
        <p:spPr>
          <a:xfrm>
            <a:off x="7233479" y="22435267"/>
            <a:ext cx="192310" cy="43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直接箭头连接符 246">
            <a:extLst>
              <a:ext uri="{FF2B5EF4-FFF2-40B4-BE49-F238E27FC236}">
                <a16:creationId xmlns:a16="http://schemas.microsoft.com/office/drawing/2014/main" id="{4C14A044-66F1-0DA8-2162-B510E0A48EF3}"/>
              </a:ext>
            </a:extLst>
          </p:cNvPr>
          <p:cNvCxnSpPr>
            <a:stCxn id="62" idx="3"/>
            <a:endCxn id="63" idx="1"/>
          </p:cNvCxnSpPr>
          <p:nvPr/>
        </p:nvCxnSpPr>
        <p:spPr>
          <a:xfrm>
            <a:off x="4689701" y="22439626"/>
            <a:ext cx="188722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直接箭头连接符 247">
            <a:extLst>
              <a:ext uri="{FF2B5EF4-FFF2-40B4-BE49-F238E27FC236}">
                <a16:creationId xmlns:a16="http://schemas.microsoft.com/office/drawing/2014/main" id="{DB112933-06EC-2848-5826-CC465CFF8A25}"/>
              </a:ext>
            </a:extLst>
          </p:cNvPr>
          <p:cNvCxnSpPr>
            <a:stCxn id="63" idx="3"/>
            <a:endCxn id="97" idx="1"/>
          </p:cNvCxnSpPr>
          <p:nvPr/>
        </p:nvCxnSpPr>
        <p:spPr>
          <a:xfrm flipV="1">
            <a:off x="5067399" y="22430562"/>
            <a:ext cx="292608" cy="9064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连接符: 肘形 248">
            <a:extLst>
              <a:ext uri="{FF2B5EF4-FFF2-40B4-BE49-F238E27FC236}">
                <a16:creationId xmlns:a16="http://schemas.microsoft.com/office/drawing/2014/main" id="{ED55FE7F-E1A0-4687-E6E9-17A06200E8A3}"/>
              </a:ext>
            </a:extLst>
          </p:cNvPr>
          <p:cNvCxnSpPr>
            <a:stCxn id="63" idx="0"/>
            <a:endCxn id="95" idx="1"/>
          </p:cNvCxnSpPr>
          <p:nvPr/>
        </p:nvCxnSpPr>
        <p:spPr>
          <a:xfrm rot="5400000" flipH="1" flipV="1">
            <a:off x="4954874" y="21930910"/>
            <a:ext cx="423171" cy="38709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连接符: 肘形 249">
            <a:extLst>
              <a:ext uri="{FF2B5EF4-FFF2-40B4-BE49-F238E27FC236}">
                <a16:creationId xmlns:a16="http://schemas.microsoft.com/office/drawing/2014/main" id="{ED738F7C-EF03-96AD-8564-0A9419AFA1D5}"/>
              </a:ext>
            </a:extLst>
          </p:cNvPr>
          <p:cNvCxnSpPr>
            <a:stCxn id="63" idx="2"/>
            <a:endCxn id="99" idx="1"/>
          </p:cNvCxnSpPr>
          <p:nvPr/>
        </p:nvCxnSpPr>
        <p:spPr>
          <a:xfrm rot="16200000" flipH="1">
            <a:off x="4958524" y="22557596"/>
            <a:ext cx="415871" cy="387096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连接符: 肘形 250">
            <a:extLst>
              <a:ext uri="{FF2B5EF4-FFF2-40B4-BE49-F238E27FC236}">
                <a16:creationId xmlns:a16="http://schemas.microsoft.com/office/drawing/2014/main" id="{8A39F595-1104-D1FF-38B6-834FA4248238}"/>
              </a:ext>
            </a:extLst>
          </p:cNvPr>
          <p:cNvCxnSpPr>
            <a:stCxn id="99" idx="3"/>
            <a:endCxn id="141" idx="4"/>
          </p:cNvCxnSpPr>
          <p:nvPr/>
        </p:nvCxnSpPr>
        <p:spPr>
          <a:xfrm flipV="1">
            <a:off x="5548983" y="22529626"/>
            <a:ext cx="1153668" cy="42945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2" name="直接箭头连接符 251">
            <a:extLst>
              <a:ext uri="{FF2B5EF4-FFF2-40B4-BE49-F238E27FC236}">
                <a16:creationId xmlns:a16="http://schemas.microsoft.com/office/drawing/2014/main" id="{F56EF7E2-F017-A9AD-C5C9-60904B6B8ED1}"/>
              </a:ext>
            </a:extLst>
          </p:cNvPr>
          <p:cNvCxnSpPr>
            <a:stCxn id="107" idx="6"/>
            <a:endCxn id="154" idx="1"/>
          </p:cNvCxnSpPr>
          <p:nvPr/>
        </p:nvCxnSpPr>
        <p:spPr>
          <a:xfrm flipV="1">
            <a:off x="6219994" y="22177527"/>
            <a:ext cx="143548" cy="4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3" name="连接符: 肘形 252">
            <a:extLst>
              <a:ext uri="{FF2B5EF4-FFF2-40B4-BE49-F238E27FC236}">
                <a16:creationId xmlns:a16="http://schemas.microsoft.com/office/drawing/2014/main" id="{6B23C902-FD9E-8387-9347-AF9D36AD3546}"/>
              </a:ext>
            </a:extLst>
          </p:cNvPr>
          <p:cNvCxnSpPr>
            <a:stCxn id="152" idx="6"/>
            <a:endCxn id="141" idx="0"/>
          </p:cNvCxnSpPr>
          <p:nvPr/>
        </p:nvCxnSpPr>
        <p:spPr>
          <a:xfrm>
            <a:off x="6555299" y="22181647"/>
            <a:ext cx="147352" cy="1679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箭头连接符 253">
            <a:extLst>
              <a:ext uri="{FF2B5EF4-FFF2-40B4-BE49-F238E27FC236}">
                <a16:creationId xmlns:a16="http://schemas.microsoft.com/office/drawing/2014/main" id="{C5D016D6-B611-4161-A32D-61CB657AB63D}"/>
              </a:ext>
            </a:extLst>
          </p:cNvPr>
          <p:cNvCxnSpPr/>
          <p:nvPr/>
        </p:nvCxnSpPr>
        <p:spPr>
          <a:xfrm>
            <a:off x="6792651" y="22435267"/>
            <a:ext cx="285920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箭头连接符 254">
            <a:extLst>
              <a:ext uri="{FF2B5EF4-FFF2-40B4-BE49-F238E27FC236}">
                <a16:creationId xmlns:a16="http://schemas.microsoft.com/office/drawing/2014/main" id="{6D30B4B8-0F1B-DC2C-8CCC-8F9539F60776}"/>
              </a:ext>
            </a:extLst>
          </p:cNvPr>
          <p:cNvCxnSpPr>
            <a:stCxn id="176" idx="0"/>
            <a:endCxn id="146" idx="4"/>
          </p:cNvCxnSpPr>
          <p:nvPr/>
        </p:nvCxnSpPr>
        <p:spPr>
          <a:xfrm flipV="1">
            <a:off x="7143479" y="22525267"/>
            <a:ext cx="0" cy="2173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连接符: 肘形 255">
            <a:extLst>
              <a:ext uri="{FF2B5EF4-FFF2-40B4-BE49-F238E27FC236}">
                <a16:creationId xmlns:a16="http://schemas.microsoft.com/office/drawing/2014/main" id="{1E509821-E52C-A247-8E98-FFC1403DE7D5}"/>
              </a:ext>
            </a:extLst>
          </p:cNvPr>
          <p:cNvCxnSpPr>
            <a:stCxn id="101" idx="3"/>
            <a:endCxn id="107" idx="0"/>
          </p:cNvCxnSpPr>
          <p:nvPr/>
        </p:nvCxnSpPr>
        <p:spPr>
          <a:xfrm>
            <a:off x="5979513" y="21912872"/>
            <a:ext cx="150481" cy="178775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连接符: 肘形 256">
            <a:extLst>
              <a:ext uri="{FF2B5EF4-FFF2-40B4-BE49-F238E27FC236}">
                <a16:creationId xmlns:a16="http://schemas.microsoft.com/office/drawing/2014/main" id="{B6EA9C4B-FE43-94C6-32CE-702D99770802}"/>
              </a:ext>
            </a:extLst>
          </p:cNvPr>
          <p:cNvCxnSpPr>
            <a:stCxn id="103" idx="3"/>
            <a:endCxn id="107" idx="4"/>
          </p:cNvCxnSpPr>
          <p:nvPr/>
        </p:nvCxnSpPr>
        <p:spPr>
          <a:xfrm flipV="1">
            <a:off x="5979513" y="22271647"/>
            <a:ext cx="150481" cy="167979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箭头连接符 257">
            <a:extLst>
              <a:ext uri="{FF2B5EF4-FFF2-40B4-BE49-F238E27FC236}">
                <a16:creationId xmlns:a16="http://schemas.microsoft.com/office/drawing/2014/main" id="{1A5B4445-B7E9-9D33-26F3-D466A9EC6FB3}"/>
              </a:ext>
            </a:extLst>
          </p:cNvPr>
          <p:cNvCxnSpPr>
            <a:stCxn id="95" idx="3"/>
            <a:endCxn id="101" idx="1"/>
          </p:cNvCxnSpPr>
          <p:nvPr/>
        </p:nvCxnSpPr>
        <p:spPr>
          <a:xfrm>
            <a:off x="5548983" y="21912872"/>
            <a:ext cx="241554" cy="0"/>
          </a:xfrm>
          <a:prstGeom prst="straightConnector1">
            <a:avLst/>
          </a:prstGeom>
          <a:ln w="38100">
            <a:solidFill>
              <a:srgbClr val="1AB35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箭头连接符 258">
            <a:extLst>
              <a:ext uri="{FF2B5EF4-FFF2-40B4-BE49-F238E27FC236}">
                <a16:creationId xmlns:a16="http://schemas.microsoft.com/office/drawing/2014/main" id="{ADCFA502-6A5F-84C5-CDA3-E6D929CDE28A}"/>
              </a:ext>
            </a:extLst>
          </p:cNvPr>
          <p:cNvCxnSpPr/>
          <p:nvPr/>
        </p:nvCxnSpPr>
        <p:spPr>
          <a:xfrm>
            <a:off x="5548983" y="22435267"/>
            <a:ext cx="241554" cy="0"/>
          </a:xfrm>
          <a:prstGeom prst="straightConnector1">
            <a:avLst/>
          </a:prstGeom>
          <a:ln w="38100">
            <a:solidFill>
              <a:srgbClr val="1AB35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连接符: 肘形 259">
            <a:extLst>
              <a:ext uri="{FF2B5EF4-FFF2-40B4-BE49-F238E27FC236}">
                <a16:creationId xmlns:a16="http://schemas.microsoft.com/office/drawing/2014/main" id="{62CCCD41-13C5-1CE9-C3B9-CE4AE5A4AC47}"/>
              </a:ext>
            </a:extLst>
          </p:cNvPr>
          <p:cNvCxnSpPr>
            <a:cxnSpLocks/>
            <a:endCxn id="163" idx="0"/>
          </p:cNvCxnSpPr>
          <p:nvPr/>
        </p:nvCxnSpPr>
        <p:spPr>
          <a:xfrm flipV="1">
            <a:off x="3872456" y="22349077"/>
            <a:ext cx="4428381" cy="91271"/>
          </a:xfrm>
          <a:prstGeom prst="bentConnector4">
            <a:avLst>
              <a:gd name="adj1" fmla="val -56"/>
              <a:gd name="adj2" fmla="val 96409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1" name="立方体 260">
            <a:extLst>
              <a:ext uri="{FF2B5EF4-FFF2-40B4-BE49-F238E27FC236}">
                <a16:creationId xmlns:a16="http://schemas.microsoft.com/office/drawing/2014/main" id="{33725350-0A4B-4D2A-A571-10FC42CA0D7C}"/>
              </a:ext>
            </a:extLst>
          </p:cNvPr>
          <p:cNvSpPr/>
          <p:nvPr/>
        </p:nvSpPr>
        <p:spPr>
          <a:xfrm>
            <a:off x="11267963" y="18207721"/>
            <a:ext cx="499448" cy="415642"/>
          </a:xfrm>
          <a:prstGeom prst="cube">
            <a:avLst>
              <a:gd name="adj" fmla="val 3117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2" name="立方体 261">
            <a:extLst>
              <a:ext uri="{FF2B5EF4-FFF2-40B4-BE49-F238E27FC236}">
                <a16:creationId xmlns:a16="http://schemas.microsoft.com/office/drawing/2014/main" id="{CBB3F120-9007-4E6C-93E4-1302B4EAA132}"/>
              </a:ext>
            </a:extLst>
          </p:cNvPr>
          <p:cNvSpPr/>
          <p:nvPr/>
        </p:nvSpPr>
        <p:spPr>
          <a:xfrm>
            <a:off x="11267963" y="18870661"/>
            <a:ext cx="499448" cy="415642"/>
          </a:xfrm>
          <a:prstGeom prst="cube">
            <a:avLst>
              <a:gd name="adj" fmla="val 3117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3" name="立方体 262">
            <a:extLst>
              <a:ext uri="{FF2B5EF4-FFF2-40B4-BE49-F238E27FC236}">
                <a16:creationId xmlns:a16="http://schemas.microsoft.com/office/drawing/2014/main" id="{1F10469E-F412-410C-9455-CDF91C0E4180}"/>
              </a:ext>
            </a:extLst>
          </p:cNvPr>
          <p:cNvSpPr/>
          <p:nvPr/>
        </p:nvSpPr>
        <p:spPr>
          <a:xfrm>
            <a:off x="11267963" y="19581861"/>
            <a:ext cx="499448" cy="415642"/>
          </a:xfrm>
          <a:prstGeom prst="cube">
            <a:avLst>
              <a:gd name="adj" fmla="val 3117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4" name="立方体 263">
            <a:extLst>
              <a:ext uri="{FF2B5EF4-FFF2-40B4-BE49-F238E27FC236}">
                <a16:creationId xmlns:a16="http://schemas.microsoft.com/office/drawing/2014/main" id="{8A097B7D-C533-423F-B9E4-C7967CBF6575}"/>
              </a:ext>
            </a:extLst>
          </p:cNvPr>
          <p:cNvSpPr/>
          <p:nvPr/>
        </p:nvSpPr>
        <p:spPr>
          <a:xfrm>
            <a:off x="11267963" y="20219401"/>
            <a:ext cx="499448" cy="415642"/>
          </a:xfrm>
          <a:prstGeom prst="cube">
            <a:avLst>
              <a:gd name="adj" fmla="val 31171"/>
            </a:avLst>
          </a:prstGeom>
          <a:solidFill>
            <a:srgbClr val="D0E6C3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5" name="矩形: 圆角 264">
            <a:extLst>
              <a:ext uri="{FF2B5EF4-FFF2-40B4-BE49-F238E27FC236}">
                <a16:creationId xmlns:a16="http://schemas.microsoft.com/office/drawing/2014/main" id="{3637A565-C222-4B34-8D72-0C01E0401179}"/>
              </a:ext>
            </a:extLst>
          </p:cNvPr>
          <p:cNvSpPr/>
          <p:nvPr/>
        </p:nvSpPr>
        <p:spPr>
          <a:xfrm>
            <a:off x="12350849" y="19236059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6" name="矩形: 圆角 265">
            <a:extLst>
              <a:ext uri="{FF2B5EF4-FFF2-40B4-BE49-F238E27FC236}">
                <a16:creationId xmlns:a16="http://schemas.microsoft.com/office/drawing/2014/main" id="{1D15EC00-DF0F-4C30-AF14-40FCFA2E38B3}"/>
              </a:ext>
            </a:extLst>
          </p:cNvPr>
          <p:cNvSpPr/>
          <p:nvPr/>
        </p:nvSpPr>
        <p:spPr>
          <a:xfrm>
            <a:off x="13117929" y="18714729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7" name="矩形: 圆角 266">
            <a:extLst>
              <a:ext uri="{FF2B5EF4-FFF2-40B4-BE49-F238E27FC236}">
                <a16:creationId xmlns:a16="http://schemas.microsoft.com/office/drawing/2014/main" id="{F5BCE842-8C70-4BCE-8738-1D5986571CB8}"/>
              </a:ext>
            </a:extLst>
          </p:cNvPr>
          <p:cNvSpPr/>
          <p:nvPr/>
        </p:nvSpPr>
        <p:spPr>
          <a:xfrm>
            <a:off x="12350849" y="19754219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8" name="矩形: 圆角 267">
            <a:extLst>
              <a:ext uri="{FF2B5EF4-FFF2-40B4-BE49-F238E27FC236}">
                <a16:creationId xmlns:a16="http://schemas.microsoft.com/office/drawing/2014/main" id="{67D90A71-32AB-4205-AA91-1B0FB6CB571F}"/>
              </a:ext>
            </a:extLst>
          </p:cNvPr>
          <p:cNvSpPr/>
          <p:nvPr/>
        </p:nvSpPr>
        <p:spPr>
          <a:xfrm>
            <a:off x="13984577" y="18714728"/>
            <a:ext cx="290322" cy="311863"/>
          </a:xfrm>
          <a:prstGeom prst="roundRect">
            <a:avLst/>
          </a:prstGeom>
          <a:solidFill>
            <a:srgbClr val="00AFE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9" name="矩形: 圆角 268">
            <a:extLst>
              <a:ext uri="{FF2B5EF4-FFF2-40B4-BE49-F238E27FC236}">
                <a16:creationId xmlns:a16="http://schemas.microsoft.com/office/drawing/2014/main" id="{9A646B21-3497-414E-AF0E-3A37871B9EB0}"/>
              </a:ext>
            </a:extLst>
          </p:cNvPr>
          <p:cNvSpPr/>
          <p:nvPr/>
        </p:nvSpPr>
        <p:spPr>
          <a:xfrm>
            <a:off x="13984577" y="19754218"/>
            <a:ext cx="290322" cy="311863"/>
          </a:xfrm>
          <a:prstGeom prst="roundRect">
            <a:avLst/>
          </a:prstGeom>
          <a:solidFill>
            <a:srgbClr val="00AFE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0" name="矩形: 圆角 269">
            <a:extLst>
              <a:ext uri="{FF2B5EF4-FFF2-40B4-BE49-F238E27FC236}">
                <a16:creationId xmlns:a16="http://schemas.microsoft.com/office/drawing/2014/main" id="{EC2AE6ED-CEE1-455A-BFB4-317505D24778}"/>
              </a:ext>
            </a:extLst>
          </p:cNvPr>
          <p:cNvSpPr/>
          <p:nvPr/>
        </p:nvSpPr>
        <p:spPr>
          <a:xfrm>
            <a:off x="13117929" y="19237649"/>
            <a:ext cx="1156970" cy="283286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1" name="矩形: 圆角 270">
            <a:extLst>
              <a:ext uri="{FF2B5EF4-FFF2-40B4-BE49-F238E27FC236}">
                <a16:creationId xmlns:a16="http://schemas.microsoft.com/office/drawing/2014/main" id="{4E0B1F57-1800-475F-96E8-C44C8367D2EC}"/>
              </a:ext>
            </a:extLst>
          </p:cNvPr>
          <p:cNvSpPr/>
          <p:nvPr/>
        </p:nvSpPr>
        <p:spPr>
          <a:xfrm>
            <a:off x="13117929" y="20340327"/>
            <a:ext cx="1156970" cy="283286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2" name="矩形: 圆角 271">
            <a:extLst>
              <a:ext uri="{FF2B5EF4-FFF2-40B4-BE49-F238E27FC236}">
                <a16:creationId xmlns:a16="http://schemas.microsoft.com/office/drawing/2014/main" id="{ECA8F8FB-33C8-4583-9D74-0C8498AEF2D8}"/>
              </a:ext>
            </a:extLst>
          </p:cNvPr>
          <p:cNvSpPr/>
          <p:nvPr/>
        </p:nvSpPr>
        <p:spPr>
          <a:xfrm>
            <a:off x="12129231" y="20340615"/>
            <a:ext cx="780542" cy="283286"/>
          </a:xfrm>
          <a:prstGeom prst="roundRect">
            <a:avLst/>
          </a:prstGeom>
          <a:solidFill>
            <a:srgbClr val="F8FAAB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73" name="连接符: 肘形 272">
            <a:extLst>
              <a:ext uri="{FF2B5EF4-FFF2-40B4-BE49-F238E27FC236}">
                <a16:creationId xmlns:a16="http://schemas.microsoft.com/office/drawing/2014/main" id="{8FEFCFCD-AAD0-4D8D-BF47-F4700B093E1A}"/>
              </a:ext>
            </a:extLst>
          </p:cNvPr>
          <p:cNvCxnSpPr>
            <a:stCxn id="263" idx="5"/>
            <a:endCxn id="267" idx="1"/>
          </p:cNvCxnSpPr>
          <p:nvPr/>
        </p:nvCxnSpPr>
        <p:spPr>
          <a:xfrm>
            <a:off x="11767411" y="19724902"/>
            <a:ext cx="583438" cy="18524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4" name="连接符: 肘形 273">
            <a:extLst>
              <a:ext uri="{FF2B5EF4-FFF2-40B4-BE49-F238E27FC236}">
                <a16:creationId xmlns:a16="http://schemas.microsoft.com/office/drawing/2014/main" id="{D238C3E4-E9ED-480B-8D6D-3B6145ED165B}"/>
              </a:ext>
            </a:extLst>
          </p:cNvPr>
          <p:cNvCxnSpPr>
            <a:stCxn id="262" idx="5"/>
            <a:endCxn id="265" idx="1"/>
          </p:cNvCxnSpPr>
          <p:nvPr/>
        </p:nvCxnSpPr>
        <p:spPr>
          <a:xfrm>
            <a:off x="11767411" y="19013702"/>
            <a:ext cx="583438" cy="37828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5" name="连接符: 肘形 274">
            <a:extLst>
              <a:ext uri="{FF2B5EF4-FFF2-40B4-BE49-F238E27FC236}">
                <a16:creationId xmlns:a16="http://schemas.microsoft.com/office/drawing/2014/main" id="{5A4E4E17-7958-4FC2-8105-1A72AC2193C5}"/>
              </a:ext>
            </a:extLst>
          </p:cNvPr>
          <p:cNvCxnSpPr>
            <a:stCxn id="261" idx="5"/>
            <a:endCxn id="266" idx="1"/>
          </p:cNvCxnSpPr>
          <p:nvPr/>
        </p:nvCxnSpPr>
        <p:spPr>
          <a:xfrm>
            <a:off x="11767411" y="18350762"/>
            <a:ext cx="1350518" cy="519899"/>
          </a:xfrm>
          <a:prstGeom prst="bentConnector3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76" name="组合 275">
            <a:extLst>
              <a:ext uri="{FF2B5EF4-FFF2-40B4-BE49-F238E27FC236}">
                <a16:creationId xmlns:a16="http://schemas.microsoft.com/office/drawing/2014/main" id="{69365D24-6BEB-49DE-972F-93BC6858A8D9}"/>
              </a:ext>
            </a:extLst>
          </p:cNvPr>
          <p:cNvGrpSpPr/>
          <p:nvPr/>
        </p:nvGrpSpPr>
        <p:grpSpPr>
          <a:xfrm>
            <a:off x="15344680" y="19243725"/>
            <a:ext cx="187620" cy="261610"/>
            <a:chOff x="2460527" y="13070675"/>
            <a:chExt cx="187620" cy="261610"/>
          </a:xfrm>
        </p:grpSpPr>
        <p:sp>
          <p:nvSpPr>
            <p:cNvPr id="277" name="椭圆 276">
              <a:extLst>
                <a:ext uri="{FF2B5EF4-FFF2-40B4-BE49-F238E27FC236}">
                  <a16:creationId xmlns:a16="http://schemas.microsoft.com/office/drawing/2014/main" id="{DBF4F110-24DF-4CA7-A200-5199FF161365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8" name="文本框 277">
              <a:extLst>
                <a:ext uri="{FF2B5EF4-FFF2-40B4-BE49-F238E27FC236}">
                  <a16:creationId xmlns:a16="http://schemas.microsoft.com/office/drawing/2014/main" id="{2DE58A24-823F-4054-9C01-7AD8FE4C459E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9" name="矩形: 圆角 278">
            <a:extLst>
              <a:ext uri="{FF2B5EF4-FFF2-40B4-BE49-F238E27FC236}">
                <a16:creationId xmlns:a16="http://schemas.microsoft.com/office/drawing/2014/main" id="{8CAB117B-8884-4D85-A963-5D7F435DC4A5}"/>
              </a:ext>
            </a:extLst>
          </p:cNvPr>
          <p:cNvSpPr/>
          <p:nvPr/>
        </p:nvSpPr>
        <p:spPr>
          <a:xfrm>
            <a:off x="13117929" y="18230653"/>
            <a:ext cx="1156970" cy="283286"/>
          </a:xfrm>
          <a:prstGeom prst="roundRect">
            <a:avLst/>
          </a:prstGeom>
          <a:solidFill>
            <a:srgbClr val="DAE2F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0" name="连接符: 肘形 279">
            <a:extLst>
              <a:ext uri="{FF2B5EF4-FFF2-40B4-BE49-F238E27FC236}">
                <a16:creationId xmlns:a16="http://schemas.microsoft.com/office/drawing/2014/main" id="{32CAF4CF-88DF-416E-8575-CE8A392E4349}"/>
              </a:ext>
            </a:extLst>
          </p:cNvPr>
          <p:cNvCxnSpPr>
            <a:stCxn id="279" idx="3"/>
            <a:endCxn id="277" idx="0"/>
          </p:cNvCxnSpPr>
          <p:nvPr/>
        </p:nvCxnSpPr>
        <p:spPr>
          <a:xfrm>
            <a:off x="14274899" y="18372296"/>
            <a:ext cx="1167401" cy="912234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直接箭头连接符 280">
            <a:extLst>
              <a:ext uri="{FF2B5EF4-FFF2-40B4-BE49-F238E27FC236}">
                <a16:creationId xmlns:a16="http://schemas.microsoft.com/office/drawing/2014/main" id="{30BA3EAD-1EE3-4DFB-AD63-9F8B1A1DFDCC}"/>
              </a:ext>
            </a:extLst>
          </p:cNvPr>
          <p:cNvCxnSpPr>
            <a:stCxn id="270" idx="3"/>
            <a:endCxn id="278" idx="1"/>
          </p:cNvCxnSpPr>
          <p:nvPr/>
        </p:nvCxnSpPr>
        <p:spPr>
          <a:xfrm flipV="1">
            <a:off x="14274899" y="19374530"/>
            <a:ext cx="1069781" cy="476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连接符: 肘形 281">
            <a:extLst>
              <a:ext uri="{FF2B5EF4-FFF2-40B4-BE49-F238E27FC236}">
                <a16:creationId xmlns:a16="http://schemas.microsoft.com/office/drawing/2014/main" id="{63AF322B-FB37-4FFB-A3E8-26822A755BB0}"/>
              </a:ext>
            </a:extLst>
          </p:cNvPr>
          <p:cNvCxnSpPr>
            <a:cxnSpLocks/>
            <a:stCxn id="283" idx="2"/>
          </p:cNvCxnSpPr>
          <p:nvPr/>
        </p:nvCxnSpPr>
        <p:spPr>
          <a:xfrm rot="5400000">
            <a:off x="12896462" y="19980811"/>
            <a:ext cx="274246" cy="444786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3" name="矩形: 圆角 282">
            <a:extLst>
              <a:ext uri="{FF2B5EF4-FFF2-40B4-BE49-F238E27FC236}">
                <a16:creationId xmlns:a16="http://schemas.microsoft.com/office/drawing/2014/main" id="{E277854D-F9D8-4C90-8236-97434AE67478}"/>
              </a:ext>
            </a:extLst>
          </p:cNvPr>
          <p:cNvSpPr/>
          <p:nvPr/>
        </p:nvSpPr>
        <p:spPr>
          <a:xfrm>
            <a:off x="13110817" y="19754218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84" name="连接符: 肘形 283">
            <a:extLst>
              <a:ext uri="{FF2B5EF4-FFF2-40B4-BE49-F238E27FC236}">
                <a16:creationId xmlns:a16="http://schemas.microsoft.com/office/drawing/2014/main" id="{204FC92E-9AEE-4423-A9C1-E524033A497D}"/>
              </a:ext>
            </a:extLst>
          </p:cNvPr>
          <p:cNvCxnSpPr>
            <a:cxnSpLocks/>
          </p:cNvCxnSpPr>
          <p:nvPr/>
        </p:nvCxnSpPr>
        <p:spPr>
          <a:xfrm flipV="1">
            <a:off x="13255978" y="19431220"/>
            <a:ext cx="1018921" cy="766467"/>
          </a:xfrm>
          <a:prstGeom prst="bentConnector3">
            <a:avLst>
              <a:gd name="adj1" fmla="val 127810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直接箭头连接符 284">
            <a:extLst>
              <a:ext uri="{FF2B5EF4-FFF2-40B4-BE49-F238E27FC236}">
                <a16:creationId xmlns:a16="http://schemas.microsoft.com/office/drawing/2014/main" id="{B496FEE1-9545-4DCF-9817-940742BDF450}"/>
              </a:ext>
            </a:extLst>
          </p:cNvPr>
          <p:cNvCxnSpPr>
            <a:endCxn id="269" idx="2"/>
          </p:cNvCxnSpPr>
          <p:nvPr/>
        </p:nvCxnSpPr>
        <p:spPr>
          <a:xfrm flipV="1">
            <a:off x="14129738" y="20066081"/>
            <a:ext cx="0" cy="273958"/>
          </a:xfrm>
          <a:prstGeom prst="straightConnector1">
            <a:avLst/>
          </a:prstGeom>
          <a:ln w="28575">
            <a:solidFill>
              <a:srgbClr val="7233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直接箭头连接符 285">
            <a:extLst>
              <a:ext uri="{FF2B5EF4-FFF2-40B4-BE49-F238E27FC236}">
                <a16:creationId xmlns:a16="http://schemas.microsoft.com/office/drawing/2014/main" id="{35C94C2F-6503-4E94-BA0D-0F82DF9839C6}"/>
              </a:ext>
            </a:extLst>
          </p:cNvPr>
          <p:cNvCxnSpPr>
            <a:endCxn id="283" idx="0"/>
          </p:cNvCxnSpPr>
          <p:nvPr/>
        </p:nvCxnSpPr>
        <p:spPr>
          <a:xfrm>
            <a:off x="13255978" y="19516173"/>
            <a:ext cx="0" cy="2380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直接箭头连接符 286">
            <a:extLst>
              <a:ext uri="{FF2B5EF4-FFF2-40B4-BE49-F238E27FC236}">
                <a16:creationId xmlns:a16="http://schemas.microsoft.com/office/drawing/2014/main" id="{8FFFD286-6CEA-4B42-A6CE-AA4C9275D2CB}"/>
              </a:ext>
            </a:extLst>
          </p:cNvPr>
          <p:cNvCxnSpPr>
            <a:stCxn id="269" idx="0"/>
          </p:cNvCxnSpPr>
          <p:nvPr/>
        </p:nvCxnSpPr>
        <p:spPr>
          <a:xfrm flipV="1">
            <a:off x="14129738" y="19516173"/>
            <a:ext cx="0" cy="23804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8" name="直接箭头连接符 287">
            <a:extLst>
              <a:ext uri="{FF2B5EF4-FFF2-40B4-BE49-F238E27FC236}">
                <a16:creationId xmlns:a16="http://schemas.microsoft.com/office/drawing/2014/main" id="{22565B17-3009-4101-91A3-335A26AF3F3A}"/>
              </a:ext>
            </a:extLst>
          </p:cNvPr>
          <p:cNvCxnSpPr>
            <a:stCxn id="265" idx="3"/>
            <a:endCxn id="270" idx="1"/>
          </p:cNvCxnSpPr>
          <p:nvPr/>
        </p:nvCxnSpPr>
        <p:spPr>
          <a:xfrm flipV="1">
            <a:off x="12641171" y="19379292"/>
            <a:ext cx="476758" cy="1269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>
            <a:extLst>
              <a:ext uri="{FF2B5EF4-FFF2-40B4-BE49-F238E27FC236}">
                <a16:creationId xmlns:a16="http://schemas.microsoft.com/office/drawing/2014/main" id="{BC5734BA-66EC-49A0-BF78-B1A90C0905D3}"/>
              </a:ext>
            </a:extLst>
          </p:cNvPr>
          <p:cNvCxnSpPr>
            <a:stCxn id="266" idx="2"/>
          </p:cNvCxnSpPr>
          <p:nvPr/>
        </p:nvCxnSpPr>
        <p:spPr>
          <a:xfrm flipH="1">
            <a:off x="13255978" y="19026592"/>
            <a:ext cx="7112" cy="223756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>
            <a:extLst>
              <a:ext uri="{FF2B5EF4-FFF2-40B4-BE49-F238E27FC236}">
                <a16:creationId xmlns:a16="http://schemas.microsoft.com/office/drawing/2014/main" id="{36D1D05F-BCC1-406F-BF7D-0347B36C3110}"/>
              </a:ext>
            </a:extLst>
          </p:cNvPr>
          <p:cNvCxnSpPr>
            <a:endCxn id="268" idx="2"/>
          </p:cNvCxnSpPr>
          <p:nvPr/>
        </p:nvCxnSpPr>
        <p:spPr>
          <a:xfrm flipV="1">
            <a:off x="14129738" y="19026591"/>
            <a:ext cx="0" cy="209468"/>
          </a:xfrm>
          <a:prstGeom prst="straightConnector1">
            <a:avLst/>
          </a:prstGeom>
          <a:ln w="28575">
            <a:solidFill>
              <a:srgbClr val="7233A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>
            <a:extLst>
              <a:ext uri="{FF2B5EF4-FFF2-40B4-BE49-F238E27FC236}">
                <a16:creationId xmlns:a16="http://schemas.microsoft.com/office/drawing/2014/main" id="{A9E438FB-2BEB-48E9-B351-513753C8C906}"/>
              </a:ext>
            </a:extLst>
          </p:cNvPr>
          <p:cNvCxnSpPr/>
          <p:nvPr/>
        </p:nvCxnSpPr>
        <p:spPr>
          <a:xfrm flipV="1">
            <a:off x="14129738" y="18513939"/>
            <a:ext cx="0" cy="20078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2" name="连接符: 肘形 291">
            <a:extLst>
              <a:ext uri="{FF2B5EF4-FFF2-40B4-BE49-F238E27FC236}">
                <a16:creationId xmlns:a16="http://schemas.microsoft.com/office/drawing/2014/main" id="{2C89C238-93B6-403C-8E5D-577C9A74872C}"/>
              </a:ext>
            </a:extLst>
          </p:cNvPr>
          <p:cNvCxnSpPr>
            <a:cxnSpLocks/>
          </p:cNvCxnSpPr>
          <p:nvPr/>
        </p:nvCxnSpPr>
        <p:spPr>
          <a:xfrm flipV="1">
            <a:off x="13263090" y="18439590"/>
            <a:ext cx="1011809" cy="666453"/>
          </a:xfrm>
          <a:prstGeom prst="bentConnector3">
            <a:avLst>
              <a:gd name="adj1" fmla="val 128477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3" name="连接符: 肘形 292">
            <a:extLst>
              <a:ext uri="{FF2B5EF4-FFF2-40B4-BE49-F238E27FC236}">
                <a16:creationId xmlns:a16="http://schemas.microsoft.com/office/drawing/2014/main" id="{13C697A8-E1E4-4DAD-9019-DD23A9DD929A}"/>
              </a:ext>
            </a:extLst>
          </p:cNvPr>
          <p:cNvCxnSpPr>
            <a:endCxn id="277" idx="4"/>
          </p:cNvCxnSpPr>
          <p:nvPr/>
        </p:nvCxnSpPr>
        <p:spPr>
          <a:xfrm flipV="1">
            <a:off x="14274899" y="19464530"/>
            <a:ext cx="1167401" cy="1017440"/>
          </a:xfrm>
          <a:prstGeom prst="bentConnector2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4" name="直接箭头连接符 293">
            <a:extLst>
              <a:ext uri="{FF2B5EF4-FFF2-40B4-BE49-F238E27FC236}">
                <a16:creationId xmlns:a16="http://schemas.microsoft.com/office/drawing/2014/main" id="{63F6BE77-8298-4F94-96E0-7E4E132910A0}"/>
              </a:ext>
            </a:extLst>
          </p:cNvPr>
          <p:cNvCxnSpPr/>
          <p:nvPr/>
        </p:nvCxnSpPr>
        <p:spPr>
          <a:xfrm>
            <a:off x="15539920" y="19385368"/>
            <a:ext cx="22354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5" name="直接连接符 294">
            <a:extLst>
              <a:ext uri="{FF2B5EF4-FFF2-40B4-BE49-F238E27FC236}">
                <a16:creationId xmlns:a16="http://schemas.microsoft.com/office/drawing/2014/main" id="{CEDCBE85-44B5-47E4-AEC7-9E7957B4487A}"/>
              </a:ext>
            </a:extLst>
          </p:cNvPr>
          <p:cNvCxnSpPr>
            <a:cxnSpLocks/>
            <a:endCxn id="58" idx="2"/>
          </p:cNvCxnSpPr>
          <p:nvPr/>
        </p:nvCxnSpPr>
        <p:spPr>
          <a:xfrm flipV="1">
            <a:off x="10916511" y="17559103"/>
            <a:ext cx="3208020" cy="497840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6" name="直接连接符 295">
            <a:extLst>
              <a:ext uri="{FF2B5EF4-FFF2-40B4-BE49-F238E27FC236}">
                <a16:creationId xmlns:a16="http://schemas.microsoft.com/office/drawing/2014/main" id="{5D299B9C-4313-464A-A9A0-B2168A226C76}"/>
              </a:ext>
            </a:extLst>
          </p:cNvPr>
          <p:cNvCxnSpPr>
            <a:cxnSpLocks/>
            <a:stCxn id="58" idx="2"/>
          </p:cNvCxnSpPr>
          <p:nvPr/>
        </p:nvCxnSpPr>
        <p:spPr>
          <a:xfrm>
            <a:off x="14124531" y="17559103"/>
            <a:ext cx="1579880" cy="538421"/>
          </a:xfrm>
          <a:prstGeom prst="line">
            <a:avLst/>
          </a:prstGeom>
          <a:ln w="28575">
            <a:solidFill>
              <a:schemeClr val="tx1"/>
            </a:solidFill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0" name="直接箭头连接符 299">
            <a:extLst>
              <a:ext uri="{FF2B5EF4-FFF2-40B4-BE49-F238E27FC236}">
                <a16:creationId xmlns:a16="http://schemas.microsoft.com/office/drawing/2014/main" id="{6433A15D-3224-44C8-BD04-9CF1530CA14B}"/>
              </a:ext>
            </a:extLst>
          </p:cNvPr>
          <p:cNvCxnSpPr>
            <a:cxnSpLocks/>
            <a:endCxn id="272" idx="1"/>
          </p:cNvCxnSpPr>
          <p:nvPr/>
        </p:nvCxnSpPr>
        <p:spPr>
          <a:xfrm>
            <a:off x="11789255" y="20481970"/>
            <a:ext cx="339976" cy="2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2" name="椭圆 301">
            <a:extLst>
              <a:ext uri="{FF2B5EF4-FFF2-40B4-BE49-F238E27FC236}">
                <a16:creationId xmlns:a16="http://schemas.microsoft.com/office/drawing/2014/main" id="{85BC10C9-ACC3-4148-8E61-766E1630D74E}"/>
              </a:ext>
            </a:extLst>
          </p:cNvPr>
          <p:cNvSpPr/>
          <p:nvPr/>
        </p:nvSpPr>
        <p:spPr>
          <a:xfrm>
            <a:off x="10599011" y="2143260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3" name="椭圆 302">
            <a:extLst>
              <a:ext uri="{FF2B5EF4-FFF2-40B4-BE49-F238E27FC236}">
                <a16:creationId xmlns:a16="http://schemas.microsoft.com/office/drawing/2014/main" id="{22D3F332-D3C0-428E-95D0-A858731C1EEC}"/>
              </a:ext>
            </a:extLst>
          </p:cNvPr>
          <p:cNvSpPr/>
          <p:nvPr/>
        </p:nvSpPr>
        <p:spPr>
          <a:xfrm>
            <a:off x="10599011" y="2248035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4" name="椭圆 303">
            <a:extLst>
              <a:ext uri="{FF2B5EF4-FFF2-40B4-BE49-F238E27FC236}">
                <a16:creationId xmlns:a16="http://schemas.microsoft.com/office/drawing/2014/main" id="{D17957A1-89D2-4155-A396-1610927ECF45}"/>
              </a:ext>
            </a:extLst>
          </p:cNvPr>
          <p:cNvSpPr/>
          <p:nvPr/>
        </p:nvSpPr>
        <p:spPr>
          <a:xfrm>
            <a:off x="11837261" y="2124210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5" name="椭圆 304">
            <a:extLst>
              <a:ext uri="{FF2B5EF4-FFF2-40B4-BE49-F238E27FC236}">
                <a16:creationId xmlns:a16="http://schemas.microsoft.com/office/drawing/2014/main" id="{32E9836A-F228-41EE-8114-5F2959351063}"/>
              </a:ext>
            </a:extLst>
          </p:cNvPr>
          <p:cNvSpPr/>
          <p:nvPr/>
        </p:nvSpPr>
        <p:spPr>
          <a:xfrm>
            <a:off x="11837261" y="21956478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6" name="椭圆 305">
            <a:extLst>
              <a:ext uri="{FF2B5EF4-FFF2-40B4-BE49-F238E27FC236}">
                <a16:creationId xmlns:a16="http://schemas.microsoft.com/office/drawing/2014/main" id="{55281426-2A04-43D0-BEED-8CB23DF53645}"/>
              </a:ext>
            </a:extLst>
          </p:cNvPr>
          <p:cNvSpPr/>
          <p:nvPr/>
        </p:nvSpPr>
        <p:spPr>
          <a:xfrm>
            <a:off x="11837261" y="2260635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7" name="椭圆 306">
            <a:extLst>
              <a:ext uri="{FF2B5EF4-FFF2-40B4-BE49-F238E27FC236}">
                <a16:creationId xmlns:a16="http://schemas.microsoft.com/office/drawing/2014/main" id="{72AF847E-BFF9-4FAF-AFC1-8BCCD2D04750}"/>
              </a:ext>
            </a:extLst>
          </p:cNvPr>
          <p:cNvSpPr/>
          <p:nvPr/>
        </p:nvSpPr>
        <p:spPr>
          <a:xfrm>
            <a:off x="12923111" y="21956478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08" name="直接箭头连接符 307">
            <a:extLst>
              <a:ext uri="{FF2B5EF4-FFF2-40B4-BE49-F238E27FC236}">
                <a16:creationId xmlns:a16="http://schemas.microsoft.com/office/drawing/2014/main" id="{C1753184-AE69-4B1F-8FED-CF714DFC2AA2}"/>
              </a:ext>
            </a:extLst>
          </p:cNvPr>
          <p:cNvCxnSpPr>
            <a:stCxn id="302" idx="6"/>
          </p:cNvCxnSpPr>
          <p:nvPr/>
        </p:nvCxnSpPr>
        <p:spPr>
          <a:xfrm flipV="1">
            <a:off x="10851011" y="21276393"/>
            <a:ext cx="262350" cy="2822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9" name="直接箭头连接符 308">
            <a:extLst>
              <a:ext uri="{FF2B5EF4-FFF2-40B4-BE49-F238E27FC236}">
                <a16:creationId xmlns:a16="http://schemas.microsoft.com/office/drawing/2014/main" id="{C7C7E375-EAC6-4C45-9964-209D641EA46D}"/>
              </a:ext>
            </a:extLst>
          </p:cNvPr>
          <p:cNvCxnSpPr>
            <a:stCxn id="302" idx="6"/>
          </p:cNvCxnSpPr>
          <p:nvPr/>
        </p:nvCxnSpPr>
        <p:spPr>
          <a:xfrm>
            <a:off x="10851011" y="21558603"/>
            <a:ext cx="26711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直接箭头连接符 309">
            <a:extLst>
              <a:ext uri="{FF2B5EF4-FFF2-40B4-BE49-F238E27FC236}">
                <a16:creationId xmlns:a16="http://schemas.microsoft.com/office/drawing/2014/main" id="{AA274906-B339-49C1-8F95-7F53735B5CE1}"/>
              </a:ext>
            </a:extLst>
          </p:cNvPr>
          <p:cNvCxnSpPr/>
          <p:nvPr/>
        </p:nvCxnSpPr>
        <p:spPr>
          <a:xfrm>
            <a:off x="10851011" y="21558603"/>
            <a:ext cx="262350" cy="28452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箭头连接符 310">
            <a:extLst>
              <a:ext uri="{FF2B5EF4-FFF2-40B4-BE49-F238E27FC236}">
                <a16:creationId xmlns:a16="http://schemas.microsoft.com/office/drawing/2014/main" id="{B0BFB1B9-A12E-4A13-A6AA-AF39F2FB12A3}"/>
              </a:ext>
            </a:extLst>
          </p:cNvPr>
          <p:cNvCxnSpPr>
            <a:endCxn id="304" idx="2"/>
          </p:cNvCxnSpPr>
          <p:nvPr/>
        </p:nvCxnSpPr>
        <p:spPr>
          <a:xfrm>
            <a:off x="11403874" y="21242103"/>
            <a:ext cx="433387" cy="126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直接箭头连接符 311">
            <a:extLst>
              <a:ext uri="{FF2B5EF4-FFF2-40B4-BE49-F238E27FC236}">
                <a16:creationId xmlns:a16="http://schemas.microsoft.com/office/drawing/2014/main" id="{1499AA8E-67C6-41AD-AD84-A27FB11E4D23}"/>
              </a:ext>
            </a:extLst>
          </p:cNvPr>
          <p:cNvCxnSpPr>
            <a:endCxn id="305" idx="2"/>
          </p:cNvCxnSpPr>
          <p:nvPr/>
        </p:nvCxnSpPr>
        <p:spPr>
          <a:xfrm>
            <a:off x="11365361" y="21558603"/>
            <a:ext cx="471900" cy="523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直接箭头连接符 312">
            <a:extLst>
              <a:ext uri="{FF2B5EF4-FFF2-40B4-BE49-F238E27FC236}">
                <a16:creationId xmlns:a16="http://schemas.microsoft.com/office/drawing/2014/main" id="{BDFAE731-F7E6-4216-8122-2891528C9AAF}"/>
              </a:ext>
            </a:extLst>
          </p:cNvPr>
          <p:cNvCxnSpPr>
            <a:endCxn id="306" idx="2"/>
          </p:cNvCxnSpPr>
          <p:nvPr/>
        </p:nvCxnSpPr>
        <p:spPr>
          <a:xfrm>
            <a:off x="11403874" y="21851290"/>
            <a:ext cx="433387" cy="88106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直接箭头连接符 313">
            <a:extLst>
              <a:ext uri="{FF2B5EF4-FFF2-40B4-BE49-F238E27FC236}">
                <a16:creationId xmlns:a16="http://schemas.microsoft.com/office/drawing/2014/main" id="{7CF9E31E-3310-46EF-9E45-C7628B5A4395}"/>
              </a:ext>
            </a:extLst>
          </p:cNvPr>
          <p:cNvCxnSpPr/>
          <p:nvPr/>
        </p:nvCxnSpPr>
        <p:spPr>
          <a:xfrm flipV="1">
            <a:off x="11403874" y="21368103"/>
            <a:ext cx="433387" cy="9048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直接箭头连接符 314">
            <a:extLst>
              <a:ext uri="{FF2B5EF4-FFF2-40B4-BE49-F238E27FC236}">
                <a16:creationId xmlns:a16="http://schemas.microsoft.com/office/drawing/2014/main" id="{752B9D6B-B4AE-420F-B326-18BC1C5A4375}"/>
              </a:ext>
            </a:extLst>
          </p:cNvPr>
          <p:cNvCxnSpPr>
            <a:endCxn id="305" idx="2"/>
          </p:cNvCxnSpPr>
          <p:nvPr/>
        </p:nvCxnSpPr>
        <p:spPr>
          <a:xfrm flipV="1">
            <a:off x="11370124" y="22082478"/>
            <a:ext cx="467137" cy="523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直接箭头连接符 315">
            <a:extLst>
              <a:ext uri="{FF2B5EF4-FFF2-40B4-BE49-F238E27FC236}">
                <a16:creationId xmlns:a16="http://schemas.microsoft.com/office/drawing/2014/main" id="{FA831296-9CA4-4D4F-9D9F-3ACCD8E4D609}"/>
              </a:ext>
            </a:extLst>
          </p:cNvPr>
          <p:cNvCxnSpPr>
            <a:endCxn id="306" idx="2"/>
          </p:cNvCxnSpPr>
          <p:nvPr/>
        </p:nvCxnSpPr>
        <p:spPr>
          <a:xfrm flipV="1">
            <a:off x="11403874" y="22732353"/>
            <a:ext cx="433387" cy="19019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直接箭头连接符 316">
            <a:extLst>
              <a:ext uri="{FF2B5EF4-FFF2-40B4-BE49-F238E27FC236}">
                <a16:creationId xmlns:a16="http://schemas.microsoft.com/office/drawing/2014/main" id="{9CCD4CAD-E20D-4587-A76A-E35C26302FC3}"/>
              </a:ext>
            </a:extLst>
          </p:cNvPr>
          <p:cNvCxnSpPr/>
          <p:nvPr/>
        </p:nvCxnSpPr>
        <p:spPr>
          <a:xfrm flipV="1">
            <a:off x="10851011" y="22291821"/>
            <a:ext cx="262350" cy="31392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8" name="直接箭头连接符 317">
            <a:extLst>
              <a:ext uri="{FF2B5EF4-FFF2-40B4-BE49-F238E27FC236}">
                <a16:creationId xmlns:a16="http://schemas.microsoft.com/office/drawing/2014/main" id="{60298FED-A6D3-4B2B-84EC-0E72C09CD0AA}"/>
              </a:ext>
            </a:extLst>
          </p:cNvPr>
          <p:cNvCxnSpPr/>
          <p:nvPr/>
        </p:nvCxnSpPr>
        <p:spPr>
          <a:xfrm>
            <a:off x="10845836" y="22605747"/>
            <a:ext cx="2675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9" name="直接箭头连接符 318">
            <a:extLst>
              <a:ext uri="{FF2B5EF4-FFF2-40B4-BE49-F238E27FC236}">
                <a16:creationId xmlns:a16="http://schemas.microsoft.com/office/drawing/2014/main" id="{62A11C77-2CAF-4471-97AD-7663ADA298F4}"/>
              </a:ext>
            </a:extLst>
          </p:cNvPr>
          <p:cNvCxnSpPr>
            <a:stCxn id="303" idx="6"/>
          </p:cNvCxnSpPr>
          <p:nvPr/>
        </p:nvCxnSpPr>
        <p:spPr>
          <a:xfrm>
            <a:off x="10851011" y="22606353"/>
            <a:ext cx="262350" cy="25200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0" name="直接箭头连接符 319">
            <a:extLst>
              <a:ext uri="{FF2B5EF4-FFF2-40B4-BE49-F238E27FC236}">
                <a16:creationId xmlns:a16="http://schemas.microsoft.com/office/drawing/2014/main" id="{B17DFF94-58A8-4A2F-B1BC-071FF553D136}"/>
              </a:ext>
            </a:extLst>
          </p:cNvPr>
          <p:cNvCxnSpPr/>
          <p:nvPr/>
        </p:nvCxnSpPr>
        <p:spPr>
          <a:xfrm>
            <a:off x="12127774" y="22071555"/>
            <a:ext cx="262350" cy="10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1" name="直接箭头连接符 320">
            <a:extLst>
              <a:ext uri="{FF2B5EF4-FFF2-40B4-BE49-F238E27FC236}">
                <a16:creationId xmlns:a16="http://schemas.microsoft.com/office/drawing/2014/main" id="{B0570C10-91EC-477B-9291-2D3AD665C177}"/>
              </a:ext>
            </a:extLst>
          </p:cNvPr>
          <p:cNvCxnSpPr>
            <a:stCxn id="304" idx="6"/>
          </p:cNvCxnSpPr>
          <p:nvPr/>
        </p:nvCxnSpPr>
        <p:spPr>
          <a:xfrm>
            <a:off x="12089261" y="21368103"/>
            <a:ext cx="300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2" name="直接箭头连接符 321">
            <a:extLst>
              <a:ext uri="{FF2B5EF4-FFF2-40B4-BE49-F238E27FC236}">
                <a16:creationId xmlns:a16="http://schemas.microsoft.com/office/drawing/2014/main" id="{9F26010E-3962-4B00-BCB1-A900C4487825}"/>
              </a:ext>
            </a:extLst>
          </p:cNvPr>
          <p:cNvCxnSpPr>
            <a:stCxn id="306" idx="6"/>
          </p:cNvCxnSpPr>
          <p:nvPr/>
        </p:nvCxnSpPr>
        <p:spPr>
          <a:xfrm>
            <a:off x="12089261" y="22732353"/>
            <a:ext cx="30086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3" name="直接箭头连接符 322">
            <a:extLst>
              <a:ext uri="{FF2B5EF4-FFF2-40B4-BE49-F238E27FC236}">
                <a16:creationId xmlns:a16="http://schemas.microsoft.com/office/drawing/2014/main" id="{E5577F95-67A8-4129-B1DE-0065DB9C816B}"/>
              </a:ext>
            </a:extLst>
          </p:cNvPr>
          <p:cNvCxnSpPr/>
          <p:nvPr/>
        </p:nvCxnSpPr>
        <p:spPr>
          <a:xfrm flipV="1">
            <a:off x="12594499" y="22082174"/>
            <a:ext cx="328612" cy="6501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4" name="直接箭头连接符 323">
            <a:extLst>
              <a:ext uri="{FF2B5EF4-FFF2-40B4-BE49-F238E27FC236}">
                <a16:creationId xmlns:a16="http://schemas.microsoft.com/office/drawing/2014/main" id="{EE20654E-D268-49D2-A230-58F5B9AAE65D}"/>
              </a:ext>
            </a:extLst>
          </p:cNvPr>
          <p:cNvCxnSpPr>
            <a:endCxn id="307" idx="2"/>
          </p:cNvCxnSpPr>
          <p:nvPr/>
        </p:nvCxnSpPr>
        <p:spPr>
          <a:xfrm>
            <a:off x="12642124" y="22071555"/>
            <a:ext cx="280987" cy="109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5" name="直接箭头连接符 324">
            <a:extLst>
              <a:ext uri="{FF2B5EF4-FFF2-40B4-BE49-F238E27FC236}">
                <a16:creationId xmlns:a16="http://schemas.microsoft.com/office/drawing/2014/main" id="{1113DC38-744D-49CA-91D4-DD01FD739908}"/>
              </a:ext>
            </a:extLst>
          </p:cNvPr>
          <p:cNvCxnSpPr>
            <a:endCxn id="307" idx="2"/>
          </p:cNvCxnSpPr>
          <p:nvPr/>
        </p:nvCxnSpPr>
        <p:spPr>
          <a:xfrm>
            <a:off x="12594499" y="21368103"/>
            <a:ext cx="328612" cy="714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椭圆 325">
            <a:extLst>
              <a:ext uri="{FF2B5EF4-FFF2-40B4-BE49-F238E27FC236}">
                <a16:creationId xmlns:a16="http://schemas.microsoft.com/office/drawing/2014/main" id="{88AE2905-9649-4E1E-91B6-3D390B3388E4}"/>
              </a:ext>
            </a:extLst>
          </p:cNvPr>
          <p:cNvSpPr/>
          <p:nvPr/>
        </p:nvSpPr>
        <p:spPr>
          <a:xfrm>
            <a:off x="13346974" y="21426070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7" name="椭圆 326">
            <a:extLst>
              <a:ext uri="{FF2B5EF4-FFF2-40B4-BE49-F238E27FC236}">
                <a16:creationId xmlns:a16="http://schemas.microsoft.com/office/drawing/2014/main" id="{868F1489-4968-4D14-BA5B-80BD8B6BF145}"/>
              </a:ext>
            </a:extLst>
          </p:cNvPr>
          <p:cNvSpPr/>
          <p:nvPr/>
        </p:nvSpPr>
        <p:spPr>
          <a:xfrm>
            <a:off x="13346974" y="22479747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8" name="椭圆 327">
            <a:extLst>
              <a:ext uri="{FF2B5EF4-FFF2-40B4-BE49-F238E27FC236}">
                <a16:creationId xmlns:a16="http://schemas.microsoft.com/office/drawing/2014/main" id="{0BA22FFC-E3DE-4821-9712-7327E24ACB89}"/>
              </a:ext>
            </a:extLst>
          </p:cNvPr>
          <p:cNvSpPr/>
          <p:nvPr/>
        </p:nvSpPr>
        <p:spPr>
          <a:xfrm>
            <a:off x="14578320" y="2124210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9" name="椭圆 328">
            <a:extLst>
              <a:ext uri="{FF2B5EF4-FFF2-40B4-BE49-F238E27FC236}">
                <a16:creationId xmlns:a16="http://schemas.microsoft.com/office/drawing/2014/main" id="{84FF281C-925F-4B5A-8070-869E8EC53207}"/>
              </a:ext>
            </a:extLst>
          </p:cNvPr>
          <p:cNvSpPr/>
          <p:nvPr/>
        </p:nvSpPr>
        <p:spPr>
          <a:xfrm>
            <a:off x="14578320" y="21945555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0" name="椭圆 329">
            <a:extLst>
              <a:ext uri="{FF2B5EF4-FFF2-40B4-BE49-F238E27FC236}">
                <a16:creationId xmlns:a16="http://schemas.microsoft.com/office/drawing/2014/main" id="{274C5631-17B1-494D-A161-652715C22AE6}"/>
              </a:ext>
            </a:extLst>
          </p:cNvPr>
          <p:cNvSpPr/>
          <p:nvPr/>
        </p:nvSpPr>
        <p:spPr>
          <a:xfrm>
            <a:off x="14583082" y="22645163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1" name="椭圆 330">
            <a:extLst>
              <a:ext uri="{FF2B5EF4-FFF2-40B4-BE49-F238E27FC236}">
                <a16:creationId xmlns:a16="http://schemas.microsoft.com/office/drawing/2014/main" id="{517E5D86-C883-42F8-98A9-CD9FF3917E3F}"/>
              </a:ext>
            </a:extLst>
          </p:cNvPr>
          <p:cNvSpPr/>
          <p:nvPr/>
        </p:nvSpPr>
        <p:spPr>
          <a:xfrm>
            <a:off x="15680599" y="21956478"/>
            <a:ext cx="252000" cy="252000"/>
          </a:xfrm>
          <a:prstGeom prst="ellipse">
            <a:avLst/>
          </a:prstGeom>
          <a:noFill/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2" name="直接箭头连接符 331">
            <a:extLst>
              <a:ext uri="{FF2B5EF4-FFF2-40B4-BE49-F238E27FC236}">
                <a16:creationId xmlns:a16="http://schemas.microsoft.com/office/drawing/2014/main" id="{C4144E4F-1521-477C-A8DC-B3F763717E58}"/>
              </a:ext>
            </a:extLst>
          </p:cNvPr>
          <p:cNvCxnSpPr>
            <a:stCxn id="326" idx="6"/>
          </p:cNvCxnSpPr>
          <p:nvPr/>
        </p:nvCxnSpPr>
        <p:spPr>
          <a:xfrm flipV="1">
            <a:off x="13598974" y="21305103"/>
            <a:ext cx="253927" cy="24696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3" name="直接箭头连接符 332">
            <a:extLst>
              <a:ext uri="{FF2B5EF4-FFF2-40B4-BE49-F238E27FC236}">
                <a16:creationId xmlns:a16="http://schemas.microsoft.com/office/drawing/2014/main" id="{11F8DEB3-4725-4D81-92C0-7DA586F5F934}"/>
              </a:ext>
            </a:extLst>
          </p:cNvPr>
          <p:cNvCxnSpPr>
            <a:stCxn id="326" idx="6"/>
          </p:cNvCxnSpPr>
          <p:nvPr/>
        </p:nvCxnSpPr>
        <p:spPr>
          <a:xfrm>
            <a:off x="13598974" y="21552070"/>
            <a:ext cx="252963" cy="65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4" name="直接箭头连接符 333">
            <a:extLst>
              <a:ext uri="{FF2B5EF4-FFF2-40B4-BE49-F238E27FC236}">
                <a16:creationId xmlns:a16="http://schemas.microsoft.com/office/drawing/2014/main" id="{A9CA52D4-3BE5-45D9-8E42-001907A2758B}"/>
              </a:ext>
            </a:extLst>
          </p:cNvPr>
          <p:cNvCxnSpPr>
            <a:stCxn id="326" idx="6"/>
          </p:cNvCxnSpPr>
          <p:nvPr/>
        </p:nvCxnSpPr>
        <p:spPr>
          <a:xfrm>
            <a:off x="13598974" y="21552070"/>
            <a:ext cx="252000" cy="268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5" name="直接箭头连接符 334">
            <a:extLst>
              <a:ext uri="{FF2B5EF4-FFF2-40B4-BE49-F238E27FC236}">
                <a16:creationId xmlns:a16="http://schemas.microsoft.com/office/drawing/2014/main" id="{5206C608-CFE9-4861-B479-1838F6FDCF50}"/>
              </a:ext>
            </a:extLst>
          </p:cNvPr>
          <p:cNvCxnSpPr>
            <a:stCxn id="327" idx="6"/>
          </p:cNvCxnSpPr>
          <p:nvPr/>
        </p:nvCxnSpPr>
        <p:spPr>
          <a:xfrm flipV="1">
            <a:off x="13598974" y="22333808"/>
            <a:ext cx="252000" cy="271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6" name="直接箭头连接符 335">
            <a:extLst>
              <a:ext uri="{FF2B5EF4-FFF2-40B4-BE49-F238E27FC236}">
                <a16:creationId xmlns:a16="http://schemas.microsoft.com/office/drawing/2014/main" id="{DB572EA9-1CB2-4F1A-A38C-9281EA54C7B1}"/>
              </a:ext>
            </a:extLst>
          </p:cNvPr>
          <p:cNvCxnSpPr>
            <a:stCxn id="327" idx="6"/>
          </p:cNvCxnSpPr>
          <p:nvPr/>
        </p:nvCxnSpPr>
        <p:spPr>
          <a:xfrm>
            <a:off x="13598974" y="22605747"/>
            <a:ext cx="252000" cy="164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7" name="直接箭头连接符 336">
            <a:extLst>
              <a:ext uri="{FF2B5EF4-FFF2-40B4-BE49-F238E27FC236}">
                <a16:creationId xmlns:a16="http://schemas.microsoft.com/office/drawing/2014/main" id="{CBEDA937-4DB9-467F-B360-AD12A9B24959}"/>
              </a:ext>
            </a:extLst>
          </p:cNvPr>
          <p:cNvCxnSpPr>
            <a:stCxn id="327" idx="6"/>
          </p:cNvCxnSpPr>
          <p:nvPr/>
        </p:nvCxnSpPr>
        <p:spPr>
          <a:xfrm>
            <a:off x="13598974" y="22605747"/>
            <a:ext cx="252000" cy="27193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8" name="直接箭头连接符 337">
            <a:extLst>
              <a:ext uri="{FF2B5EF4-FFF2-40B4-BE49-F238E27FC236}">
                <a16:creationId xmlns:a16="http://schemas.microsoft.com/office/drawing/2014/main" id="{8145567F-B689-4E77-B351-C6C45B01AA4C}"/>
              </a:ext>
            </a:extLst>
          </p:cNvPr>
          <p:cNvCxnSpPr>
            <a:stCxn id="328" idx="6"/>
          </p:cNvCxnSpPr>
          <p:nvPr/>
        </p:nvCxnSpPr>
        <p:spPr>
          <a:xfrm>
            <a:off x="14830320" y="21368103"/>
            <a:ext cx="3056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9" name="直接箭头连接符 338">
            <a:extLst>
              <a:ext uri="{FF2B5EF4-FFF2-40B4-BE49-F238E27FC236}">
                <a16:creationId xmlns:a16="http://schemas.microsoft.com/office/drawing/2014/main" id="{AD0AA874-B1F2-4AEE-88BE-634E386AB168}"/>
              </a:ext>
            </a:extLst>
          </p:cNvPr>
          <p:cNvCxnSpPr>
            <a:endCxn id="331" idx="2"/>
          </p:cNvCxnSpPr>
          <p:nvPr/>
        </p:nvCxnSpPr>
        <p:spPr>
          <a:xfrm>
            <a:off x="15347224" y="21368103"/>
            <a:ext cx="333375" cy="71437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0" name="直接箭头连接符 339">
            <a:extLst>
              <a:ext uri="{FF2B5EF4-FFF2-40B4-BE49-F238E27FC236}">
                <a16:creationId xmlns:a16="http://schemas.microsoft.com/office/drawing/2014/main" id="{FD131FF7-B945-4226-AD3A-ABD636CF81BD}"/>
              </a:ext>
            </a:extLst>
          </p:cNvPr>
          <p:cNvCxnSpPr/>
          <p:nvPr/>
        </p:nvCxnSpPr>
        <p:spPr>
          <a:xfrm>
            <a:off x="15362614" y="22082174"/>
            <a:ext cx="31798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1" name="直接箭头连接符 340">
            <a:extLst>
              <a:ext uri="{FF2B5EF4-FFF2-40B4-BE49-F238E27FC236}">
                <a16:creationId xmlns:a16="http://schemas.microsoft.com/office/drawing/2014/main" id="{B60EB686-35B1-4D74-9DFF-3774D2E09DB7}"/>
              </a:ext>
            </a:extLst>
          </p:cNvPr>
          <p:cNvCxnSpPr>
            <a:endCxn id="331" idx="2"/>
          </p:cNvCxnSpPr>
          <p:nvPr/>
        </p:nvCxnSpPr>
        <p:spPr>
          <a:xfrm flipV="1">
            <a:off x="15347224" y="22082478"/>
            <a:ext cx="333375" cy="6492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2" name="直接箭头连接符 341">
            <a:extLst>
              <a:ext uri="{FF2B5EF4-FFF2-40B4-BE49-F238E27FC236}">
                <a16:creationId xmlns:a16="http://schemas.microsoft.com/office/drawing/2014/main" id="{F0963B29-0098-4477-9BC0-D6E695F7A5E2}"/>
              </a:ext>
            </a:extLst>
          </p:cNvPr>
          <p:cNvCxnSpPr/>
          <p:nvPr/>
        </p:nvCxnSpPr>
        <p:spPr>
          <a:xfrm flipV="1">
            <a:off x="14830320" y="22731747"/>
            <a:ext cx="278367" cy="99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3" name="直接箭头连接符 342">
            <a:extLst>
              <a:ext uri="{FF2B5EF4-FFF2-40B4-BE49-F238E27FC236}">
                <a16:creationId xmlns:a16="http://schemas.microsoft.com/office/drawing/2014/main" id="{DB582BA7-6F40-48D8-A760-519A6FAA35DE}"/>
              </a:ext>
            </a:extLst>
          </p:cNvPr>
          <p:cNvCxnSpPr/>
          <p:nvPr/>
        </p:nvCxnSpPr>
        <p:spPr>
          <a:xfrm>
            <a:off x="14807824" y="22071555"/>
            <a:ext cx="328121" cy="106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4" name="直接箭头连接符 343">
            <a:extLst>
              <a:ext uri="{FF2B5EF4-FFF2-40B4-BE49-F238E27FC236}">
                <a16:creationId xmlns:a16="http://schemas.microsoft.com/office/drawing/2014/main" id="{EC0AEC5A-E3E4-4098-8A1A-5C6630B68E09}"/>
              </a:ext>
            </a:extLst>
          </p:cNvPr>
          <p:cNvCxnSpPr>
            <a:endCxn id="328" idx="2"/>
          </p:cNvCxnSpPr>
          <p:nvPr/>
        </p:nvCxnSpPr>
        <p:spPr>
          <a:xfrm>
            <a:off x="14174688" y="21276393"/>
            <a:ext cx="403632" cy="9171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5" name="直接箭头连接符 344">
            <a:extLst>
              <a:ext uri="{FF2B5EF4-FFF2-40B4-BE49-F238E27FC236}">
                <a16:creationId xmlns:a16="http://schemas.microsoft.com/office/drawing/2014/main" id="{DCDFF8D2-0B78-4209-9031-2EC70DA94D0C}"/>
              </a:ext>
            </a:extLst>
          </p:cNvPr>
          <p:cNvCxnSpPr>
            <a:cxnSpLocks/>
            <a:endCxn id="329" idx="2"/>
          </p:cNvCxnSpPr>
          <p:nvPr/>
        </p:nvCxnSpPr>
        <p:spPr>
          <a:xfrm>
            <a:off x="14166124" y="21618206"/>
            <a:ext cx="412196" cy="45334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6" name="直接箭头连接符 345">
            <a:extLst>
              <a:ext uri="{FF2B5EF4-FFF2-40B4-BE49-F238E27FC236}">
                <a16:creationId xmlns:a16="http://schemas.microsoft.com/office/drawing/2014/main" id="{2B236000-F67B-46CA-8AEF-83EEC15DDBD5}"/>
              </a:ext>
            </a:extLst>
          </p:cNvPr>
          <p:cNvCxnSpPr/>
          <p:nvPr/>
        </p:nvCxnSpPr>
        <p:spPr>
          <a:xfrm flipV="1">
            <a:off x="14168959" y="21384855"/>
            <a:ext cx="386865" cy="82362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7" name="直接箭头连接符 346">
            <a:extLst>
              <a:ext uri="{FF2B5EF4-FFF2-40B4-BE49-F238E27FC236}">
                <a16:creationId xmlns:a16="http://schemas.microsoft.com/office/drawing/2014/main" id="{9BAC9096-4E38-4762-819C-3877BF95EC65}"/>
              </a:ext>
            </a:extLst>
          </p:cNvPr>
          <p:cNvCxnSpPr>
            <a:cxnSpLocks/>
            <a:endCxn id="330" idx="2"/>
          </p:cNvCxnSpPr>
          <p:nvPr/>
        </p:nvCxnSpPr>
        <p:spPr>
          <a:xfrm>
            <a:off x="14183072" y="21905043"/>
            <a:ext cx="400010" cy="8661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8" name="直接箭头连接符 347">
            <a:extLst>
              <a:ext uri="{FF2B5EF4-FFF2-40B4-BE49-F238E27FC236}">
                <a16:creationId xmlns:a16="http://schemas.microsoft.com/office/drawing/2014/main" id="{822DD871-CD2F-4A71-80F2-7867EA5915FC}"/>
              </a:ext>
            </a:extLst>
          </p:cNvPr>
          <p:cNvCxnSpPr>
            <a:cxnSpLocks/>
            <a:endCxn id="330" idx="2"/>
          </p:cNvCxnSpPr>
          <p:nvPr/>
        </p:nvCxnSpPr>
        <p:spPr>
          <a:xfrm flipV="1">
            <a:off x="14184349" y="22771163"/>
            <a:ext cx="398733" cy="15138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2" name="矩形: 圆角 351">
            <a:extLst>
              <a:ext uri="{FF2B5EF4-FFF2-40B4-BE49-F238E27FC236}">
                <a16:creationId xmlns:a16="http://schemas.microsoft.com/office/drawing/2014/main" id="{BA556F94-A030-4CAC-A157-3C45B204DB56}"/>
              </a:ext>
            </a:extLst>
          </p:cNvPr>
          <p:cNvSpPr/>
          <p:nvPr/>
        </p:nvSpPr>
        <p:spPr>
          <a:xfrm>
            <a:off x="16187519" y="18496352"/>
            <a:ext cx="290322" cy="311863"/>
          </a:xfrm>
          <a:prstGeom prst="roundRect">
            <a:avLst/>
          </a:prstGeom>
          <a:solidFill>
            <a:srgbClr val="FFD966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3" name="矩形: 圆角 352">
            <a:extLst>
              <a:ext uri="{FF2B5EF4-FFF2-40B4-BE49-F238E27FC236}">
                <a16:creationId xmlns:a16="http://schemas.microsoft.com/office/drawing/2014/main" id="{B0FB9FDA-23C5-4CA1-8022-7ED68CBF5D76}"/>
              </a:ext>
            </a:extLst>
          </p:cNvPr>
          <p:cNvSpPr/>
          <p:nvPr/>
        </p:nvSpPr>
        <p:spPr>
          <a:xfrm>
            <a:off x="16187519" y="18928718"/>
            <a:ext cx="290322" cy="311863"/>
          </a:xfrm>
          <a:prstGeom prst="roundRect">
            <a:avLst/>
          </a:prstGeom>
          <a:solidFill>
            <a:srgbClr val="00AFEF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54" name="组合 353">
            <a:extLst>
              <a:ext uri="{FF2B5EF4-FFF2-40B4-BE49-F238E27FC236}">
                <a16:creationId xmlns:a16="http://schemas.microsoft.com/office/drawing/2014/main" id="{5AC9DFEA-A2A4-4BED-AD7D-51CFD076C8E3}"/>
              </a:ext>
            </a:extLst>
          </p:cNvPr>
          <p:cNvGrpSpPr/>
          <p:nvPr/>
        </p:nvGrpSpPr>
        <p:grpSpPr>
          <a:xfrm>
            <a:off x="16238870" y="19361084"/>
            <a:ext cx="187620" cy="261610"/>
            <a:chOff x="2460527" y="13070675"/>
            <a:chExt cx="187620" cy="261610"/>
          </a:xfrm>
        </p:grpSpPr>
        <p:sp>
          <p:nvSpPr>
            <p:cNvPr id="355" name="椭圆 354">
              <a:extLst>
                <a:ext uri="{FF2B5EF4-FFF2-40B4-BE49-F238E27FC236}">
                  <a16:creationId xmlns:a16="http://schemas.microsoft.com/office/drawing/2014/main" id="{668E1B54-F04D-45C5-89C2-FDAFCBE3E410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6" name="文本框 355">
              <a:extLst>
                <a:ext uri="{FF2B5EF4-FFF2-40B4-BE49-F238E27FC236}">
                  <a16:creationId xmlns:a16="http://schemas.microsoft.com/office/drawing/2014/main" id="{DFDF2BE6-0293-4794-B34E-4546AF4A134B}"/>
                </a:ext>
              </a:extLst>
            </p:cNvPr>
            <p:cNvSpPr txBox="1"/>
            <p:nvPr/>
          </p:nvSpPr>
          <p:spPr>
            <a:xfrm>
              <a:off x="2460527" y="13070675"/>
              <a:ext cx="1079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00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357" name="组合 356">
            <a:extLst>
              <a:ext uri="{FF2B5EF4-FFF2-40B4-BE49-F238E27FC236}">
                <a16:creationId xmlns:a16="http://schemas.microsoft.com/office/drawing/2014/main" id="{15F1D1B1-E0D6-4ECC-8948-7F21F11E0161}"/>
              </a:ext>
            </a:extLst>
          </p:cNvPr>
          <p:cNvGrpSpPr/>
          <p:nvPr/>
        </p:nvGrpSpPr>
        <p:grpSpPr>
          <a:xfrm>
            <a:off x="16238870" y="19856384"/>
            <a:ext cx="187620" cy="261610"/>
            <a:chOff x="2460527" y="13070675"/>
            <a:chExt cx="187620" cy="261610"/>
          </a:xfrm>
        </p:grpSpPr>
        <p:sp>
          <p:nvSpPr>
            <p:cNvPr id="358" name="椭圆 357">
              <a:extLst>
                <a:ext uri="{FF2B5EF4-FFF2-40B4-BE49-F238E27FC236}">
                  <a16:creationId xmlns:a16="http://schemas.microsoft.com/office/drawing/2014/main" id="{B574DC14-FAE5-4873-A5EC-0FBB88875EB1}"/>
                </a:ext>
              </a:extLst>
            </p:cNvPr>
            <p:cNvSpPr/>
            <p:nvPr/>
          </p:nvSpPr>
          <p:spPr>
            <a:xfrm>
              <a:off x="2468147" y="1311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61022F90-2ED0-42C2-BB2A-83905A1D19BC}"/>
                    </a:ext>
                  </a:extLst>
                </p:cNvPr>
                <p:cNvSpPr txBox="1"/>
                <p:nvPr/>
              </p:nvSpPr>
              <p:spPr>
                <a:xfrm>
                  <a:off x="2460527" y="13070675"/>
                  <a:ext cx="107991" cy="261610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sz="11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𝜎</m:t>
                        </m:r>
                      </m:oMath>
                    </m:oMathPara>
                  </a14:m>
                  <a:endParaRPr lang="zh-CN" altLang="en-US" sz="1100" dirty="0">
                    <a:latin typeface="Times New Roman" panose="02020603050405020304" pitchFamily="18" charset="0"/>
                    <a:cs typeface="Times New Roman" panose="02020603050405020304" pitchFamily="18" charset="0"/>
                  </a:endParaRPr>
                </a:p>
              </p:txBody>
            </p:sp>
          </mc:Choice>
          <mc:Fallback xmlns="">
            <p:sp>
              <p:nvSpPr>
                <p:cNvPr id="359" name="文本框 358">
                  <a:extLst>
                    <a:ext uri="{FF2B5EF4-FFF2-40B4-BE49-F238E27FC236}">
                      <a16:creationId xmlns:a16="http://schemas.microsoft.com/office/drawing/2014/main" id="{61022F90-2ED0-42C2-BB2A-83905A1D19B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460527" y="13070675"/>
                  <a:ext cx="107991" cy="261610"/>
                </a:xfrm>
                <a:prstGeom prst="rect">
                  <a:avLst/>
                </a:prstGeom>
                <a:blipFill>
                  <a:blip r:embed="rId2"/>
                  <a:stretch>
                    <a:fillRect r="-55556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0" name="组合 359">
            <a:extLst>
              <a:ext uri="{FF2B5EF4-FFF2-40B4-BE49-F238E27FC236}">
                <a16:creationId xmlns:a16="http://schemas.microsoft.com/office/drawing/2014/main" id="{9B6B1FAA-5028-4242-82FE-424F1E446999}"/>
              </a:ext>
            </a:extLst>
          </p:cNvPr>
          <p:cNvGrpSpPr/>
          <p:nvPr/>
        </p:nvGrpSpPr>
        <p:grpSpPr>
          <a:xfrm>
            <a:off x="16242680" y="20367013"/>
            <a:ext cx="180000" cy="189230"/>
            <a:chOff x="1408967" y="13637260"/>
            <a:chExt cx="180000" cy="189230"/>
          </a:xfrm>
        </p:grpSpPr>
        <p:sp>
          <p:nvSpPr>
            <p:cNvPr id="361" name="椭圆 360">
              <a:extLst>
                <a:ext uri="{FF2B5EF4-FFF2-40B4-BE49-F238E27FC236}">
                  <a16:creationId xmlns:a16="http://schemas.microsoft.com/office/drawing/2014/main" id="{FA89C6AE-67C5-49F0-8C59-A22CAF065883}"/>
                </a:ext>
              </a:extLst>
            </p:cNvPr>
            <p:cNvSpPr/>
            <p:nvPr/>
          </p:nvSpPr>
          <p:spPr>
            <a:xfrm>
              <a:off x="1408967" y="1363726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2" name="直接连接符 361">
              <a:extLst>
                <a:ext uri="{FF2B5EF4-FFF2-40B4-BE49-F238E27FC236}">
                  <a16:creationId xmlns:a16="http://schemas.microsoft.com/office/drawing/2014/main" id="{02162E0B-53F9-4987-A39A-496F2F895255}"/>
                </a:ext>
              </a:extLst>
            </p:cNvPr>
            <p:cNvCxnSpPr>
              <a:stCxn id="361" idx="0"/>
            </p:cNvCxnSpPr>
            <p:nvPr/>
          </p:nvCxnSpPr>
          <p:spPr>
            <a:xfrm>
              <a:off x="1498967" y="13637260"/>
              <a:ext cx="268" cy="18923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3" name="直接连接符 362">
              <a:extLst>
                <a:ext uri="{FF2B5EF4-FFF2-40B4-BE49-F238E27FC236}">
                  <a16:creationId xmlns:a16="http://schemas.microsoft.com/office/drawing/2014/main" id="{827A51A1-83B3-498D-A4D1-24C141A2AF96}"/>
                </a:ext>
              </a:extLst>
            </p:cNvPr>
            <p:cNvCxnSpPr>
              <a:stCxn id="361" idx="2"/>
              <a:endCxn id="361" idx="6"/>
            </p:cNvCxnSpPr>
            <p:nvPr/>
          </p:nvCxnSpPr>
          <p:spPr>
            <a:xfrm>
              <a:off x="1408967" y="13727260"/>
              <a:ext cx="180000" cy="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364" name="组合 363">
            <a:extLst>
              <a:ext uri="{FF2B5EF4-FFF2-40B4-BE49-F238E27FC236}">
                <a16:creationId xmlns:a16="http://schemas.microsoft.com/office/drawing/2014/main" id="{5639B484-3484-4CF2-B7EF-BF46120A7535}"/>
              </a:ext>
            </a:extLst>
          </p:cNvPr>
          <p:cNvGrpSpPr/>
          <p:nvPr/>
        </p:nvGrpSpPr>
        <p:grpSpPr>
          <a:xfrm>
            <a:off x="16242680" y="20856580"/>
            <a:ext cx="180000" cy="180000"/>
            <a:chOff x="2064287" y="13291480"/>
            <a:chExt cx="180000" cy="180000"/>
          </a:xfrm>
        </p:grpSpPr>
        <p:sp>
          <p:nvSpPr>
            <p:cNvPr id="365" name="椭圆 364">
              <a:extLst>
                <a:ext uri="{FF2B5EF4-FFF2-40B4-BE49-F238E27FC236}">
                  <a16:creationId xmlns:a16="http://schemas.microsoft.com/office/drawing/2014/main" id="{B38063C1-015F-4A77-B789-A2521F372214}"/>
                </a:ext>
              </a:extLst>
            </p:cNvPr>
            <p:cNvSpPr/>
            <p:nvPr/>
          </p:nvSpPr>
          <p:spPr>
            <a:xfrm>
              <a:off x="2064287" y="13291480"/>
              <a:ext cx="180000" cy="180000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66" name="直接连接符 365">
              <a:extLst>
                <a:ext uri="{FF2B5EF4-FFF2-40B4-BE49-F238E27FC236}">
                  <a16:creationId xmlns:a16="http://schemas.microsoft.com/office/drawing/2014/main" id="{331E6677-9F36-4755-A652-1FA6A48F8E0D}"/>
                </a:ext>
              </a:extLst>
            </p:cNvPr>
            <p:cNvCxnSpPr>
              <a:endCxn id="365" idx="5"/>
            </p:cNvCxnSpPr>
            <p:nvPr/>
          </p:nvCxnSpPr>
          <p:spPr>
            <a:xfrm>
              <a:off x="2091175" y="13309600"/>
              <a:ext cx="126752" cy="135520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7" name="直接连接符 366">
              <a:extLst>
                <a:ext uri="{FF2B5EF4-FFF2-40B4-BE49-F238E27FC236}">
                  <a16:creationId xmlns:a16="http://schemas.microsoft.com/office/drawing/2014/main" id="{E457791C-A680-4C89-A847-07AFBFE76751}"/>
                </a:ext>
              </a:extLst>
            </p:cNvPr>
            <p:cNvCxnSpPr>
              <a:cxnSpLocks/>
              <a:stCxn id="365" idx="7"/>
              <a:endCxn id="365" idx="3"/>
            </p:cNvCxnSpPr>
            <p:nvPr/>
          </p:nvCxnSpPr>
          <p:spPr>
            <a:xfrm flipH="1">
              <a:off x="2090647" y="13317840"/>
              <a:ext cx="127280" cy="12728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8" name="组合 367">
            <a:extLst>
              <a:ext uri="{FF2B5EF4-FFF2-40B4-BE49-F238E27FC236}">
                <a16:creationId xmlns:a16="http://schemas.microsoft.com/office/drawing/2014/main" id="{1291F75C-0B30-4831-B810-0853BD5673C3}"/>
              </a:ext>
            </a:extLst>
          </p:cNvPr>
          <p:cNvGrpSpPr/>
          <p:nvPr/>
        </p:nvGrpSpPr>
        <p:grpSpPr>
          <a:xfrm>
            <a:off x="16241892" y="21336917"/>
            <a:ext cx="181577" cy="180000"/>
            <a:chOff x="7436518" y="14385954"/>
            <a:chExt cx="181577" cy="180000"/>
          </a:xfrm>
        </p:grpSpPr>
        <p:sp>
          <p:nvSpPr>
            <p:cNvPr id="369" name="椭圆 368">
              <a:extLst>
                <a:ext uri="{FF2B5EF4-FFF2-40B4-BE49-F238E27FC236}">
                  <a16:creationId xmlns:a16="http://schemas.microsoft.com/office/drawing/2014/main" id="{0B3C8547-D11C-4F09-B201-0ACB24BE0C5D}"/>
                </a:ext>
              </a:extLst>
            </p:cNvPr>
            <p:cNvSpPr/>
            <p:nvPr/>
          </p:nvSpPr>
          <p:spPr>
            <a:xfrm>
              <a:off x="7436518" y="14385954"/>
              <a:ext cx="180000" cy="180000"/>
            </a:xfrm>
            <a:prstGeom prst="ellipse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0" name="任意多边形: 形状 369">
              <a:extLst>
                <a:ext uri="{FF2B5EF4-FFF2-40B4-BE49-F238E27FC236}">
                  <a16:creationId xmlns:a16="http://schemas.microsoft.com/office/drawing/2014/main" id="{099E9F34-E2E3-4FF7-8D50-7F94FF57C957}"/>
                </a:ext>
              </a:extLst>
            </p:cNvPr>
            <p:cNvSpPr/>
            <p:nvPr/>
          </p:nvSpPr>
          <p:spPr>
            <a:xfrm>
              <a:off x="7440930" y="14453082"/>
              <a:ext cx="177165" cy="70687"/>
            </a:xfrm>
            <a:custGeom>
              <a:avLst/>
              <a:gdLst>
                <a:gd name="connsiteX0" fmla="*/ 0 w 177165"/>
                <a:gd name="connsiteY0" fmla="*/ 24918 h 70687"/>
                <a:gd name="connsiteX1" fmla="*/ 53340 w 177165"/>
                <a:gd name="connsiteY1" fmla="*/ 70638 h 70687"/>
                <a:gd name="connsiteX2" fmla="*/ 97155 w 177165"/>
                <a:gd name="connsiteY2" fmla="*/ 17298 h 70687"/>
                <a:gd name="connsiteX3" fmla="*/ 135255 w 177165"/>
                <a:gd name="connsiteY3" fmla="*/ 153 h 70687"/>
                <a:gd name="connsiteX4" fmla="*/ 177165 w 177165"/>
                <a:gd name="connsiteY4" fmla="*/ 24918 h 70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7165" h="70687">
                  <a:moveTo>
                    <a:pt x="0" y="24918"/>
                  </a:moveTo>
                  <a:cubicBezTo>
                    <a:pt x="18574" y="48413"/>
                    <a:pt x="37148" y="71908"/>
                    <a:pt x="53340" y="70638"/>
                  </a:cubicBezTo>
                  <a:cubicBezTo>
                    <a:pt x="69533" y="69368"/>
                    <a:pt x="83503" y="29046"/>
                    <a:pt x="97155" y="17298"/>
                  </a:cubicBezTo>
                  <a:cubicBezTo>
                    <a:pt x="110808" y="5550"/>
                    <a:pt x="121920" y="-1117"/>
                    <a:pt x="135255" y="153"/>
                  </a:cubicBezTo>
                  <a:cubicBezTo>
                    <a:pt x="148590" y="1423"/>
                    <a:pt x="162877" y="13170"/>
                    <a:pt x="177165" y="24918"/>
                  </a:cubicBez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371" name="直接箭头连接符 370">
            <a:extLst>
              <a:ext uri="{FF2B5EF4-FFF2-40B4-BE49-F238E27FC236}">
                <a16:creationId xmlns:a16="http://schemas.microsoft.com/office/drawing/2014/main" id="{756FEAA6-45C4-4EC4-BC25-A485BF59DB27}"/>
              </a:ext>
            </a:extLst>
          </p:cNvPr>
          <p:cNvCxnSpPr>
            <a:cxnSpLocks/>
          </p:cNvCxnSpPr>
          <p:nvPr/>
        </p:nvCxnSpPr>
        <p:spPr>
          <a:xfrm>
            <a:off x="16227546" y="21907424"/>
            <a:ext cx="210269" cy="0"/>
          </a:xfrm>
          <a:prstGeom prst="straightConnector1">
            <a:avLst/>
          </a:prstGeom>
          <a:ln w="19050">
            <a:solidFill>
              <a:srgbClr val="31B85E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2" name="直接箭头连接符 371">
            <a:extLst>
              <a:ext uri="{FF2B5EF4-FFF2-40B4-BE49-F238E27FC236}">
                <a16:creationId xmlns:a16="http://schemas.microsoft.com/office/drawing/2014/main" id="{FCFE3900-B031-4D8A-B618-50D22A5410CD}"/>
              </a:ext>
            </a:extLst>
          </p:cNvPr>
          <p:cNvCxnSpPr>
            <a:cxnSpLocks/>
          </p:cNvCxnSpPr>
          <p:nvPr/>
        </p:nvCxnSpPr>
        <p:spPr>
          <a:xfrm>
            <a:off x="16227546" y="22357480"/>
            <a:ext cx="210269" cy="0"/>
          </a:xfrm>
          <a:prstGeom prst="straightConnector1">
            <a:avLst/>
          </a:prstGeom>
          <a:ln w="19050">
            <a:solidFill>
              <a:srgbClr val="C00000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直接箭头连接符 372">
            <a:extLst>
              <a:ext uri="{FF2B5EF4-FFF2-40B4-BE49-F238E27FC236}">
                <a16:creationId xmlns:a16="http://schemas.microsoft.com/office/drawing/2014/main" id="{AB2C3324-82C9-4329-A6D6-ED6392B75121}"/>
              </a:ext>
            </a:extLst>
          </p:cNvPr>
          <p:cNvCxnSpPr>
            <a:cxnSpLocks/>
          </p:cNvCxnSpPr>
          <p:nvPr/>
        </p:nvCxnSpPr>
        <p:spPr>
          <a:xfrm>
            <a:off x="16227546" y="22845637"/>
            <a:ext cx="210269" cy="0"/>
          </a:xfrm>
          <a:prstGeom prst="straightConnector1">
            <a:avLst/>
          </a:prstGeom>
          <a:ln w="19050">
            <a:solidFill>
              <a:srgbClr val="793F9D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74" name="图片 373">
            <a:extLst>
              <a:ext uri="{FF2B5EF4-FFF2-40B4-BE49-F238E27FC236}">
                <a16:creationId xmlns:a16="http://schemas.microsoft.com/office/drawing/2014/main" id="{03B6CEB0-FA51-407C-954B-30DAC13FEF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0458" y="4187611"/>
            <a:ext cx="18000663" cy="9463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22219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254</TotalTime>
  <Words>10</Words>
  <Application>Microsoft Office PowerPoint</Application>
  <PresentationFormat>自定义</PresentationFormat>
  <Paragraphs>10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Times New Roman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cp:revision>19</cp:revision>
  <dcterms:created xsi:type="dcterms:W3CDTF">2025-11-11T08:53:43Z</dcterms:created>
  <dcterms:modified xsi:type="dcterms:W3CDTF">2025-11-12T08:50:06Z</dcterms:modified>
</cp:coreProperties>
</file>