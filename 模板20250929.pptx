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21599525" cy="32399288"/>
  <p:notesSz cx="6858000" cy="9144000"/>
  <p:defaultTextStyle>
    <a:defPPr>
      <a:defRPr lang="zh-CN"/>
    </a:defPPr>
    <a:lvl1pPr marL="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1pPr>
    <a:lvl2pPr marL="1295933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2pPr>
    <a:lvl3pPr marL="25918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3pPr>
    <a:lvl4pPr marL="38878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4pPr>
    <a:lvl5pPr marL="51837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5pPr>
    <a:lvl6pPr marL="64796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6pPr>
    <a:lvl7pPr marL="77756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7pPr>
    <a:lvl8pPr marL="90715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8pPr>
    <a:lvl9pPr marL="103674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C2EC"/>
    <a:srgbClr val="CE8E84"/>
    <a:srgbClr val="DFC986"/>
    <a:srgbClr val="6C8EBE"/>
    <a:srgbClr val="B5D5A9"/>
    <a:srgbClr val="D7EBD6"/>
    <a:srgbClr val="7E94A4"/>
    <a:srgbClr val="B9C7D2"/>
    <a:srgbClr val="CD7979"/>
    <a:srgbClr val="F9D9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60"/>
  </p:normalViewPr>
  <p:slideViewPr>
    <p:cSldViewPr snapToGrid="0">
      <p:cViewPr varScale="1">
        <p:scale>
          <a:sx n="17" d="100"/>
          <a:sy n="17" d="100"/>
        </p:scale>
        <p:origin x="267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3BFF-60CE-4B51-B36E-EB5C13A0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5302386"/>
            <a:ext cx="16199644" cy="1127975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2F016-C046-4AD4-AE1D-567D1327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18FDF-0379-4697-BC0A-E48DC967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713DD-37B7-4672-BFAB-580A8B6B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D2E74-63E1-43ED-A179-F1F1BB36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2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B7A0-09B1-4FFF-B546-3B801372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B6C11-5F60-49CB-A2E2-C204CD65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C3865-DD3C-49E9-9554-CEA7C5FD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2F34-25D1-4D39-A821-DB09BD5D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F001-DEB4-4ED1-B0BC-44A9334C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1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BE3A0-4832-4D93-9A39-A3407171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8077327"/>
            <a:ext cx="18629590" cy="134772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64210-5744-4000-9650-77C73F71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21682028"/>
            <a:ext cx="18629590" cy="7087342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F42D9-F7F4-4797-A429-9B68162C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90F64-F000-40EA-85E6-B97E1A58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1F43C-0528-43D3-B502-F6DDDF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7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D2D2-3DB9-4407-9A98-65C54421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8E30A-3C5A-485C-994D-9FD7F509F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3907F-4E27-414D-B6F0-0A437DF2B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A4BB0-52E7-450B-A62C-0EC996ED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9E07A-021D-4351-B4DB-681D3553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D974F-FAFD-4EE8-BC28-89AB2A46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9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A595-99E1-49AD-ADE2-523E34A3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4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6B76C-BE1B-4CB1-9736-9F5D055E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7942328"/>
            <a:ext cx="9137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A8BF3C-8EBF-4C79-B435-521833CC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11834740"/>
            <a:ext cx="9137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794EB-B22E-4F61-8DD7-B762A8685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7942328"/>
            <a:ext cx="9182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37BA5F-E019-461A-B210-2944E1CA2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C50DF-6BE9-4323-8933-D3513FB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687170-329F-4EF7-8D1B-83BEFB8D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40117-D66F-4CFC-9394-3EB082AF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AD7F0-3ABD-4314-8E72-15A5C54E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5C68EC-2FF8-4805-9BF9-BA4A5AED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8F347-8653-424D-A3BD-F6F96B03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A2B886-D98B-4BA6-B718-3F0BAFAA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3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B3A6E-64C7-498D-AD23-3A3E7F02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C3B02-CBFB-43AE-8848-C3A5D596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7A36D-B2A1-4A3E-8A3D-7211C7C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5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D43D1-A715-443A-A6B6-65103468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EE993-42B3-466A-9E19-A32D8CBB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6C5B0-DEFB-4CF6-984D-BFFCC449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01D0D-CA62-4300-B6D6-D497FB0D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6F78B-7E70-41CE-8344-DCA0D21C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90E65-8EC8-438F-8888-3E48E68F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220D8-C129-469F-93F9-1B9C2CDC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2253ED-A32E-494E-A7F0-01C7E36CA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E4B592-2F6F-4BFA-81BC-2CB9CFD9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85A1A-808F-4186-8902-2B0B8541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54A1F-2D4B-4760-8156-89E8337A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770878-14A7-4FA7-914C-163C6F9B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3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F2ADA-44B4-4D71-9D73-478D7FF6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AB48BF-9A5F-465A-AB2B-F8A890800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3FF6D-F024-42A3-A32F-054D8C21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194C6-3746-4C25-8FAF-D990AFA9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F76FA-ABFC-4D91-8DC4-AAF6BE39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E8063A-69C0-43C8-B3A6-06B845D78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ED562-4B7A-436F-B198-4DC8F35A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0F297-6540-4353-A471-EC2E50CE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D26D1-A2CA-45BD-BAE3-E1602045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36C6D-A9BB-4F5C-9FD0-200AA8E8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05FFD-B499-43FE-8328-AC8B3E64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4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4EE8D-9696-4FC3-9728-C0DE15D8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27CA-E13D-49A2-B38B-B8F610B9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2B3E-2E31-41B3-8B43-E1485D50A243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24A2A-418F-4078-84A9-834D497F9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30029342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55A0A-1EBB-4E98-A9A4-9C042BAAA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2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5227CC12-E5D7-4D52-BFA4-C2C1F006BAEB}"/>
              </a:ext>
            </a:extLst>
          </p:cNvPr>
          <p:cNvSpPr/>
          <p:nvPr/>
        </p:nvSpPr>
        <p:spPr>
          <a:xfrm>
            <a:off x="15026640" y="23256240"/>
            <a:ext cx="5577403" cy="3962400"/>
          </a:xfrm>
          <a:prstGeom prst="roundRect">
            <a:avLst>
              <a:gd name="adj" fmla="val 6090"/>
            </a:avLst>
          </a:prstGeom>
          <a:solidFill>
            <a:srgbClr val="D7EBD6"/>
          </a:solidFill>
          <a:ln w="28575">
            <a:solidFill>
              <a:srgbClr val="B5D5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06580B71-B76C-4E61-A3EE-C4DEF3A4E6AE}"/>
              </a:ext>
            </a:extLst>
          </p:cNvPr>
          <p:cNvSpPr/>
          <p:nvPr/>
        </p:nvSpPr>
        <p:spPr>
          <a:xfrm>
            <a:off x="2008414" y="23256939"/>
            <a:ext cx="12549414" cy="3933371"/>
          </a:xfrm>
          <a:prstGeom prst="roundRect">
            <a:avLst>
              <a:gd name="adj" fmla="val 7811"/>
            </a:avLst>
          </a:prstGeom>
          <a:solidFill>
            <a:srgbClr val="FFF9E8"/>
          </a:solidFill>
          <a:ln w="28575">
            <a:solidFill>
              <a:srgbClr val="DBC16E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F63806F-7A4A-4315-9BC2-0862E86D0C94}"/>
              </a:ext>
            </a:extLst>
          </p:cNvPr>
          <p:cNvSpPr/>
          <p:nvPr/>
        </p:nvSpPr>
        <p:spPr>
          <a:xfrm>
            <a:off x="4422775" y="4194629"/>
            <a:ext cx="787400" cy="1803400"/>
          </a:xfrm>
          <a:prstGeom prst="roundRect">
            <a:avLst>
              <a:gd name="adj" fmla="val 10215"/>
            </a:avLst>
          </a:prstGeom>
          <a:solidFill>
            <a:srgbClr val="F5F5F5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E1C7A8A-1FB6-40B9-8D72-FEBFD1436983}"/>
              </a:ext>
            </a:extLst>
          </p:cNvPr>
          <p:cNvSpPr/>
          <p:nvPr/>
        </p:nvSpPr>
        <p:spPr>
          <a:xfrm>
            <a:off x="4449098" y="9312443"/>
            <a:ext cx="787400" cy="1543050"/>
          </a:xfrm>
          <a:prstGeom prst="roundRect">
            <a:avLst>
              <a:gd name="adj" fmla="val 10215"/>
            </a:avLst>
          </a:prstGeom>
          <a:solidFill>
            <a:srgbClr val="F5F5F5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C970CBC-909B-455F-BAC0-2CA3989C3301}"/>
              </a:ext>
            </a:extLst>
          </p:cNvPr>
          <p:cNvSpPr/>
          <p:nvPr/>
        </p:nvSpPr>
        <p:spPr>
          <a:xfrm>
            <a:off x="5467350" y="2895254"/>
            <a:ext cx="14878049" cy="4362450"/>
          </a:xfrm>
          <a:prstGeom prst="roundRect">
            <a:avLst>
              <a:gd name="adj" fmla="val 15215"/>
            </a:avLst>
          </a:prstGeom>
          <a:solidFill>
            <a:srgbClr val="DAE8FB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9E6392-B023-4945-9389-667F069D3CE3}"/>
              </a:ext>
            </a:extLst>
          </p:cNvPr>
          <p:cNvSpPr/>
          <p:nvPr/>
        </p:nvSpPr>
        <p:spPr>
          <a:xfrm>
            <a:off x="5933621" y="3125272"/>
            <a:ext cx="12335329" cy="3919759"/>
          </a:xfrm>
          <a:prstGeom prst="roundRect">
            <a:avLst>
              <a:gd name="adj" fmla="val 15215"/>
            </a:avLst>
          </a:prstGeom>
          <a:solidFill>
            <a:srgbClr val="F5F5F5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1435A7F-7DBC-4D81-9DE9-5B8CD00E67D4}"/>
              </a:ext>
            </a:extLst>
          </p:cNvPr>
          <p:cNvSpPr/>
          <p:nvPr/>
        </p:nvSpPr>
        <p:spPr>
          <a:xfrm>
            <a:off x="6181271" y="3695701"/>
            <a:ext cx="2467429" cy="3124200"/>
          </a:xfrm>
          <a:prstGeom prst="roundRect">
            <a:avLst>
              <a:gd name="adj" fmla="val 15215"/>
            </a:avLst>
          </a:prstGeom>
          <a:solidFill>
            <a:srgbClr val="CCE4FF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81B3D06-9282-42A2-A600-A5F3E7D1B516}"/>
              </a:ext>
            </a:extLst>
          </p:cNvPr>
          <p:cNvSpPr/>
          <p:nvPr/>
        </p:nvSpPr>
        <p:spPr>
          <a:xfrm>
            <a:off x="9285204" y="3695701"/>
            <a:ext cx="2467429" cy="3124200"/>
          </a:xfrm>
          <a:prstGeom prst="roundRect">
            <a:avLst>
              <a:gd name="adj" fmla="val 15215"/>
            </a:avLst>
          </a:prstGeom>
          <a:solidFill>
            <a:srgbClr val="CCE4FF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209BF58-A2AB-45E2-ADBC-C8C4BA652A61}"/>
              </a:ext>
            </a:extLst>
          </p:cNvPr>
          <p:cNvSpPr/>
          <p:nvPr/>
        </p:nvSpPr>
        <p:spPr>
          <a:xfrm>
            <a:off x="12409985" y="3685641"/>
            <a:ext cx="2467429" cy="3124200"/>
          </a:xfrm>
          <a:prstGeom prst="roundRect">
            <a:avLst>
              <a:gd name="adj" fmla="val 15215"/>
            </a:avLst>
          </a:prstGeom>
          <a:solidFill>
            <a:srgbClr val="CCE4FF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1C93CC-F455-48C9-BBA5-8E17011CB56C}"/>
              </a:ext>
            </a:extLst>
          </p:cNvPr>
          <p:cNvSpPr/>
          <p:nvPr/>
        </p:nvSpPr>
        <p:spPr>
          <a:xfrm>
            <a:off x="15489445" y="3695701"/>
            <a:ext cx="2467429" cy="3124200"/>
          </a:xfrm>
          <a:prstGeom prst="roundRect">
            <a:avLst>
              <a:gd name="adj" fmla="val 15215"/>
            </a:avLst>
          </a:prstGeom>
          <a:solidFill>
            <a:srgbClr val="CCE4FF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DD7EA0F-BA4E-46DC-839E-12FED5642672}"/>
              </a:ext>
            </a:extLst>
          </p:cNvPr>
          <p:cNvSpPr/>
          <p:nvPr/>
        </p:nvSpPr>
        <p:spPr>
          <a:xfrm>
            <a:off x="6516914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BDA0D5D-BD30-4AC5-9128-05FF0B1F38ED}"/>
              </a:ext>
            </a:extLst>
          </p:cNvPr>
          <p:cNvSpPr/>
          <p:nvPr/>
        </p:nvSpPr>
        <p:spPr>
          <a:xfrm>
            <a:off x="7162799" y="4194629"/>
            <a:ext cx="493486" cy="2134609"/>
          </a:xfrm>
          <a:prstGeom prst="roundRect">
            <a:avLst/>
          </a:prstGeom>
          <a:solidFill>
            <a:srgbClr val="B9C7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DE03CC-D40A-4CB9-B6EB-67CC924BF97F}"/>
              </a:ext>
            </a:extLst>
          </p:cNvPr>
          <p:cNvSpPr/>
          <p:nvPr/>
        </p:nvSpPr>
        <p:spPr>
          <a:xfrm>
            <a:off x="7837712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739992-6AFD-40B5-A36A-CA51C4569330}"/>
              </a:ext>
            </a:extLst>
          </p:cNvPr>
          <p:cNvSpPr/>
          <p:nvPr/>
        </p:nvSpPr>
        <p:spPr>
          <a:xfrm>
            <a:off x="9586686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646C09B-B7B8-41EF-BAD0-1887B0A41FEB}"/>
              </a:ext>
            </a:extLst>
          </p:cNvPr>
          <p:cNvSpPr/>
          <p:nvPr/>
        </p:nvSpPr>
        <p:spPr>
          <a:xfrm>
            <a:off x="10232571" y="4194629"/>
            <a:ext cx="493486" cy="2134609"/>
          </a:xfrm>
          <a:prstGeom prst="roundRect">
            <a:avLst/>
          </a:prstGeom>
          <a:solidFill>
            <a:srgbClr val="B9C7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8DAFCF3-802F-472E-9260-D9FBD39C4D37}"/>
              </a:ext>
            </a:extLst>
          </p:cNvPr>
          <p:cNvSpPr/>
          <p:nvPr/>
        </p:nvSpPr>
        <p:spPr>
          <a:xfrm>
            <a:off x="10907484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9F639DC-0939-4EA3-AE03-4BBE74762C30}"/>
              </a:ext>
            </a:extLst>
          </p:cNvPr>
          <p:cNvSpPr/>
          <p:nvPr/>
        </p:nvSpPr>
        <p:spPr>
          <a:xfrm>
            <a:off x="12774842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287674-B085-4242-97C2-596840E7A889}"/>
              </a:ext>
            </a:extLst>
          </p:cNvPr>
          <p:cNvSpPr/>
          <p:nvPr/>
        </p:nvSpPr>
        <p:spPr>
          <a:xfrm>
            <a:off x="13420727" y="4194629"/>
            <a:ext cx="493486" cy="2134609"/>
          </a:xfrm>
          <a:prstGeom prst="roundRect">
            <a:avLst/>
          </a:prstGeom>
          <a:solidFill>
            <a:srgbClr val="B9C7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45D7E08-0DA2-4DF5-9547-52108D5933F4}"/>
              </a:ext>
            </a:extLst>
          </p:cNvPr>
          <p:cNvSpPr/>
          <p:nvPr/>
        </p:nvSpPr>
        <p:spPr>
          <a:xfrm>
            <a:off x="14095640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C3D329E-D0AF-4CE4-A4D0-97975D4414FA}"/>
              </a:ext>
            </a:extLst>
          </p:cNvPr>
          <p:cNvSpPr/>
          <p:nvPr/>
        </p:nvSpPr>
        <p:spPr>
          <a:xfrm>
            <a:off x="15840356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A56E9D2-3BCC-4DB1-B646-6CD2A9984DD5}"/>
              </a:ext>
            </a:extLst>
          </p:cNvPr>
          <p:cNvSpPr/>
          <p:nvPr/>
        </p:nvSpPr>
        <p:spPr>
          <a:xfrm>
            <a:off x="16486241" y="4194629"/>
            <a:ext cx="493486" cy="2134609"/>
          </a:xfrm>
          <a:prstGeom prst="roundRect">
            <a:avLst/>
          </a:prstGeom>
          <a:solidFill>
            <a:srgbClr val="B9C7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934F0A9-C01D-4BFD-AEFF-9A104FD89556}"/>
              </a:ext>
            </a:extLst>
          </p:cNvPr>
          <p:cNvSpPr/>
          <p:nvPr/>
        </p:nvSpPr>
        <p:spPr>
          <a:xfrm>
            <a:off x="17161154" y="4194629"/>
            <a:ext cx="493486" cy="2134609"/>
          </a:xfrm>
          <a:prstGeom prst="roundRect">
            <a:avLst/>
          </a:prstGeom>
          <a:solidFill>
            <a:srgbClr val="D0CE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3FE06D6-6BA8-4C22-BA8A-A4B51C4B8171}"/>
              </a:ext>
            </a:extLst>
          </p:cNvPr>
          <p:cNvSpPr/>
          <p:nvPr/>
        </p:nvSpPr>
        <p:spPr>
          <a:xfrm>
            <a:off x="5510893" y="8017568"/>
            <a:ext cx="14878049" cy="4362450"/>
          </a:xfrm>
          <a:prstGeom prst="roundRect">
            <a:avLst>
              <a:gd name="adj" fmla="val 15215"/>
            </a:avLst>
          </a:prstGeom>
          <a:solidFill>
            <a:srgbClr val="FFF1CC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F13766B-1DCC-4026-99D2-475379823812}"/>
              </a:ext>
            </a:extLst>
          </p:cNvPr>
          <p:cNvSpPr/>
          <p:nvPr/>
        </p:nvSpPr>
        <p:spPr>
          <a:xfrm>
            <a:off x="5890984" y="8383813"/>
            <a:ext cx="2817587" cy="3372757"/>
          </a:xfrm>
          <a:prstGeom prst="roundRect">
            <a:avLst>
              <a:gd name="adj" fmla="val 15215"/>
            </a:avLst>
          </a:prstGeom>
          <a:solidFill>
            <a:srgbClr val="F5F5F5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4108C1C-8A5D-408D-BAAF-CC5D3218EBDC}"/>
              </a:ext>
            </a:extLst>
          </p:cNvPr>
          <p:cNvSpPr/>
          <p:nvPr/>
        </p:nvSpPr>
        <p:spPr>
          <a:xfrm>
            <a:off x="9196303" y="8421913"/>
            <a:ext cx="2817587" cy="3372757"/>
          </a:xfrm>
          <a:prstGeom prst="roundRect">
            <a:avLst>
              <a:gd name="adj" fmla="val 15215"/>
            </a:avLst>
          </a:prstGeom>
          <a:solidFill>
            <a:srgbClr val="F5F5F5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C63845E-8B65-494D-8678-47EE4720C639}"/>
              </a:ext>
            </a:extLst>
          </p:cNvPr>
          <p:cNvSpPr/>
          <p:nvPr/>
        </p:nvSpPr>
        <p:spPr>
          <a:xfrm>
            <a:off x="12509916" y="8383812"/>
            <a:ext cx="2817587" cy="3372757"/>
          </a:xfrm>
          <a:prstGeom prst="roundRect">
            <a:avLst>
              <a:gd name="adj" fmla="val 15215"/>
            </a:avLst>
          </a:prstGeom>
          <a:solidFill>
            <a:srgbClr val="F5F5F5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30C58A5-00FE-4CA3-9635-B86AC930D49B}"/>
              </a:ext>
            </a:extLst>
          </p:cNvPr>
          <p:cNvSpPr/>
          <p:nvPr/>
        </p:nvSpPr>
        <p:spPr>
          <a:xfrm>
            <a:off x="15857819" y="8409212"/>
            <a:ext cx="2817587" cy="3372757"/>
          </a:xfrm>
          <a:prstGeom prst="roundRect">
            <a:avLst>
              <a:gd name="adj" fmla="val 15215"/>
            </a:avLst>
          </a:prstGeom>
          <a:solidFill>
            <a:srgbClr val="F5F5F5"/>
          </a:solidFill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AF8C688-18BD-47F8-9BDD-A8F8D0928D27}"/>
              </a:ext>
            </a:extLst>
          </p:cNvPr>
          <p:cNvSpPr/>
          <p:nvPr/>
        </p:nvSpPr>
        <p:spPr>
          <a:xfrm>
            <a:off x="6125029" y="8674099"/>
            <a:ext cx="2351315" cy="2719615"/>
          </a:xfrm>
          <a:prstGeom prst="roundRect">
            <a:avLst>
              <a:gd name="adj" fmla="val 15215"/>
            </a:avLst>
          </a:prstGeom>
          <a:solidFill>
            <a:srgbClr val="FFF1CC"/>
          </a:solidFill>
          <a:ln w="28575">
            <a:solidFill>
              <a:srgbClr val="F1E7C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FBBEEBA-7737-4C94-8872-56E5BD6C2A6F}"/>
              </a:ext>
            </a:extLst>
          </p:cNvPr>
          <p:cNvSpPr/>
          <p:nvPr/>
        </p:nvSpPr>
        <p:spPr>
          <a:xfrm>
            <a:off x="9466786" y="8674099"/>
            <a:ext cx="2351315" cy="2719615"/>
          </a:xfrm>
          <a:prstGeom prst="roundRect">
            <a:avLst>
              <a:gd name="adj" fmla="val 15215"/>
            </a:avLst>
          </a:prstGeom>
          <a:solidFill>
            <a:srgbClr val="FFF1CC"/>
          </a:solidFill>
          <a:ln w="28575">
            <a:solidFill>
              <a:srgbClr val="F1E7C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0C5BCE0-EF68-41F0-A260-1458376E4798}"/>
              </a:ext>
            </a:extLst>
          </p:cNvPr>
          <p:cNvSpPr/>
          <p:nvPr/>
        </p:nvSpPr>
        <p:spPr>
          <a:xfrm>
            <a:off x="12788412" y="8674099"/>
            <a:ext cx="2351315" cy="2719615"/>
          </a:xfrm>
          <a:prstGeom prst="roundRect">
            <a:avLst>
              <a:gd name="adj" fmla="val 15215"/>
            </a:avLst>
          </a:prstGeom>
          <a:solidFill>
            <a:srgbClr val="FFF1CC"/>
          </a:solidFill>
          <a:ln w="28575">
            <a:solidFill>
              <a:srgbClr val="F1E7C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57C6D99-C975-44F6-9C0D-873FD1070063}"/>
              </a:ext>
            </a:extLst>
          </p:cNvPr>
          <p:cNvSpPr/>
          <p:nvPr/>
        </p:nvSpPr>
        <p:spPr>
          <a:xfrm>
            <a:off x="16110038" y="8674098"/>
            <a:ext cx="2351315" cy="2719615"/>
          </a:xfrm>
          <a:prstGeom prst="roundRect">
            <a:avLst>
              <a:gd name="adj" fmla="val 15215"/>
            </a:avLst>
          </a:prstGeom>
          <a:solidFill>
            <a:srgbClr val="FFF1CC"/>
          </a:solidFill>
          <a:ln w="28575">
            <a:solidFill>
              <a:srgbClr val="F1E7C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299309F-16A3-46FF-A4BE-7D582F1CE026}"/>
              </a:ext>
            </a:extLst>
          </p:cNvPr>
          <p:cNvSpPr/>
          <p:nvPr/>
        </p:nvSpPr>
        <p:spPr>
          <a:xfrm>
            <a:off x="6270171" y="8955314"/>
            <a:ext cx="580572" cy="22787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DDA66D-DE2B-4363-BA19-3EEED6CBD615}"/>
              </a:ext>
            </a:extLst>
          </p:cNvPr>
          <p:cNvSpPr/>
          <p:nvPr/>
        </p:nvSpPr>
        <p:spPr>
          <a:xfrm>
            <a:off x="9601199" y="8961904"/>
            <a:ext cx="580572" cy="22787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02AED33-A1DF-44FB-B67C-BA2BFE13DBE0}"/>
              </a:ext>
            </a:extLst>
          </p:cNvPr>
          <p:cNvSpPr/>
          <p:nvPr/>
        </p:nvSpPr>
        <p:spPr>
          <a:xfrm>
            <a:off x="12961256" y="8961904"/>
            <a:ext cx="580572" cy="22787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798AFDE-BC08-44EE-A9BF-CAC57F9D4D7C}"/>
              </a:ext>
            </a:extLst>
          </p:cNvPr>
          <p:cNvSpPr/>
          <p:nvPr/>
        </p:nvSpPr>
        <p:spPr>
          <a:xfrm>
            <a:off x="16277770" y="8961904"/>
            <a:ext cx="580572" cy="22787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9A3B101-DB62-4C7E-BA21-08CF25C133C5}"/>
              </a:ext>
            </a:extLst>
          </p:cNvPr>
          <p:cNvSpPr/>
          <p:nvPr/>
        </p:nvSpPr>
        <p:spPr>
          <a:xfrm>
            <a:off x="7329714" y="8961904"/>
            <a:ext cx="1059543" cy="2278743"/>
          </a:xfrm>
          <a:prstGeom prst="round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685FBFA-9763-4D65-BF57-C62C2EC1BC1D}"/>
              </a:ext>
            </a:extLst>
          </p:cNvPr>
          <p:cNvSpPr/>
          <p:nvPr/>
        </p:nvSpPr>
        <p:spPr>
          <a:xfrm>
            <a:off x="10638970" y="8955313"/>
            <a:ext cx="1059543" cy="2278743"/>
          </a:xfrm>
          <a:prstGeom prst="round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B9D8E6C-890B-4A7B-A4B4-119502CD3400}"/>
              </a:ext>
            </a:extLst>
          </p:cNvPr>
          <p:cNvSpPr/>
          <p:nvPr/>
        </p:nvSpPr>
        <p:spPr>
          <a:xfrm>
            <a:off x="13977254" y="8955312"/>
            <a:ext cx="1059543" cy="2278743"/>
          </a:xfrm>
          <a:prstGeom prst="round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8469914-9BD9-4E93-852B-D0309C73BFAC}"/>
              </a:ext>
            </a:extLst>
          </p:cNvPr>
          <p:cNvSpPr/>
          <p:nvPr/>
        </p:nvSpPr>
        <p:spPr>
          <a:xfrm>
            <a:off x="17287839" y="8955311"/>
            <a:ext cx="1059543" cy="2278743"/>
          </a:xfrm>
          <a:prstGeom prst="roundRect">
            <a:avLst/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A0FEC4A-F835-47B9-9FA7-06D2428E3C9A}"/>
              </a:ext>
            </a:extLst>
          </p:cNvPr>
          <p:cNvSpPr/>
          <p:nvPr/>
        </p:nvSpPr>
        <p:spPr>
          <a:xfrm>
            <a:off x="1200150" y="12622465"/>
            <a:ext cx="4457700" cy="9446120"/>
          </a:xfrm>
          <a:prstGeom prst="roundRect">
            <a:avLst>
              <a:gd name="adj" fmla="val 10257"/>
            </a:avLst>
          </a:prstGeom>
          <a:solidFill>
            <a:srgbClr val="F9F9F9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E63C2E4-BBA3-49D4-9BDD-225A722F158B}"/>
              </a:ext>
            </a:extLst>
          </p:cNvPr>
          <p:cNvSpPr/>
          <p:nvPr/>
        </p:nvSpPr>
        <p:spPr>
          <a:xfrm>
            <a:off x="5900618" y="12630892"/>
            <a:ext cx="4457700" cy="9446120"/>
          </a:xfrm>
          <a:prstGeom prst="roundRect">
            <a:avLst>
              <a:gd name="adj" fmla="val 10257"/>
            </a:avLst>
          </a:prstGeom>
          <a:solidFill>
            <a:srgbClr val="FDFBF3"/>
          </a:solidFill>
          <a:ln w="19050">
            <a:solidFill>
              <a:srgbClr val="EEE1B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9D3E05F-7779-4DF9-88B6-5D2CED27B1DC}"/>
              </a:ext>
            </a:extLst>
          </p:cNvPr>
          <p:cNvSpPr/>
          <p:nvPr/>
        </p:nvSpPr>
        <p:spPr>
          <a:xfrm>
            <a:off x="10756780" y="12622465"/>
            <a:ext cx="4457700" cy="9446120"/>
          </a:xfrm>
          <a:prstGeom prst="roundRect">
            <a:avLst>
              <a:gd name="adj" fmla="val 10257"/>
            </a:avLst>
          </a:prstGeom>
          <a:solidFill>
            <a:srgbClr val="FFEACD"/>
          </a:solidFill>
          <a:ln w="19050">
            <a:solidFill>
              <a:srgbClr val="FFC68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02BC704-F41A-4D71-B245-F6135F7F4385}"/>
              </a:ext>
            </a:extLst>
          </p:cNvPr>
          <p:cNvSpPr/>
          <p:nvPr/>
        </p:nvSpPr>
        <p:spPr>
          <a:xfrm>
            <a:off x="3200400" y="13575924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BB5FD8F-85E9-403F-8ED9-2D2B1D05FD38}"/>
              </a:ext>
            </a:extLst>
          </p:cNvPr>
          <p:cNvSpPr/>
          <p:nvPr/>
        </p:nvSpPr>
        <p:spPr>
          <a:xfrm>
            <a:off x="3200400" y="14632318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F39D785F-1858-437B-8BCB-9FB1F8D50ECF}"/>
              </a:ext>
            </a:extLst>
          </p:cNvPr>
          <p:cNvSpPr/>
          <p:nvPr/>
        </p:nvSpPr>
        <p:spPr>
          <a:xfrm>
            <a:off x="3200400" y="15650612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2989112-0EAE-452B-91DB-547F7B18B382}"/>
              </a:ext>
            </a:extLst>
          </p:cNvPr>
          <p:cNvSpPr/>
          <p:nvPr/>
        </p:nvSpPr>
        <p:spPr>
          <a:xfrm>
            <a:off x="3200400" y="16639632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ED4065E-373B-45DA-8B4F-EA5E5D8F135A}"/>
              </a:ext>
            </a:extLst>
          </p:cNvPr>
          <p:cNvSpPr/>
          <p:nvPr/>
        </p:nvSpPr>
        <p:spPr>
          <a:xfrm>
            <a:off x="3200400" y="17686365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0E28CFD-E584-4DB7-B613-F502AEF5050B}"/>
              </a:ext>
            </a:extLst>
          </p:cNvPr>
          <p:cNvSpPr/>
          <p:nvPr/>
        </p:nvSpPr>
        <p:spPr>
          <a:xfrm>
            <a:off x="1421666" y="16639632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477A78C-1694-4C75-AE33-251A4A46447D}"/>
              </a:ext>
            </a:extLst>
          </p:cNvPr>
          <p:cNvSpPr/>
          <p:nvPr/>
        </p:nvSpPr>
        <p:spPr>
          <a:xfrm>
            <a:off x="3200400" y="19753244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B450CA4-296B-45CA-8CB7-C9DB3F01CFEA}"/>
              </a:ext>
            </a:extLst>
          </p:cNvPr>
          <p:cNvSpPr/>
          <p:nvPr/>
        </p:nvSpPr>
        <p:spPr>
          <a:xfrm>
            <a:off x="3686175" y="18882647"/>
            <a:ext cx="381000" cy="381600"/>
          </a:xfrm>
          <a:prstGeom prst="ellipse">
            <a:avLst/>
          </a:prstGeom>
          <a:solidFill>
            <a:srgbClr val="FCFC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1A100C0D-31BB-4969-A42C-EDE3B44C0F56}"/>
              </a:ext>
            </a:extLst>
          </p:cNvPr>
          <p:cNvCxnSpPr>
            <a:stCxn id="49" idx="1"/>
            <a:endCxn id="49" idx="5"/>
          </p:cNvCxnSpPr>
          <p:nvPr/>
        </p:nvCxnSpPr>
        <p:spPr>
          <a:xfrm>
            <a:off x="3741971" y="18938531"/>
            <a:ext cx="269408" cy="269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AD61319-7CF3-48A7-9999-A4070FE2336B}"/>
              </a:ext>
            </a:extLst>
          </p:cNvPr>
          <p:cNvCxnSpPr>
            <a:cxnSpLocks/>
            <a:stCxn id="49" idx="3"/>
            <a:endCxn id="49" idx="7"/>
          </p:cNvCxnSpPr>
          <p:nvPr/>
        </p:nvCxnSpPr>
        <p:spPr>
          <a:xfrm flipV="1">
            <a:off x="3741971" y="18938531"/>
            <a:ext cx="269408" cy="269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764364C2-BE6F-44CF-9AA8-B60E256BBFFE}"/>
              </a:ext>
            </a:extLst>
          </p:cNvPr>
          <p:cNvSpPr/>
          <p:nvPr/>
        </p:nvSpPr>
        <p:spPr>
          <a:xfrm>
            <a:off x="7962900" y="13583733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5F02E34A-37BE-44F6-9C5C-9F7BF91B60D8}"/>
              </a:ext>
            </a:extLst>
          </p:cNvPr>
          <p:cNvSpPr/>
          <p:nvPr/>
        </p:nvSpPr>
        <p:spPr>
          <a:xfrm>
            <a:off x="7962900" y="14632318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E538437F-1386-47C9-9784-8431DDDBE594}"/>
              </a:ext>
            </a:extLst>
          </p:cNvPr>
          <p:cNvSpPr/>
          <p:nvPr/>
        </p:nvSpPr>
        <p:spPr>
          <a:xfrm>
            <a:off x="7962900" y="15617755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4244366E-3C23-48B9-854B-8F0F69529C93}"/>
              </a:ext>
            </a:extLst>
          </p:cNvPr>
          <p:cNvSpPr/>
          <p:nvPr/>
        </p:nvSpPr>
        <p:spPr>
          <a:xfrm>
            <a:off x="6153150" y="16633469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96A3A28-66ED-47C3-96F9-85597783929B}"/>
              </a:ext>
            </a:extLst>
          </p:cNvPr>
          <p:cNvSpPr/>
          <p:nvPr/>
        </p:nvSpPr>
        <p:spPr>
          <a:xfrm>
            <a:off x="7962900" y="17671303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55F2100-DDE1-47E3-AE43-88B523F1F71B}"/>
              </a:ext>
            </a:extLst>
          </p:cNvPr>
          <p:cNvSpPr/>
          <p:nvPr/>
        </p:nvSpPr>
        <p:spPr>
          <a:xfrm>
            <a:off x="7978140" y="19747571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F49831B7-A596-4A42-A76F-2E7529744AA7}"/>
              </a:ext>
            </a:extLst>
          </p:cNvPr>
          <p:cNvSpPr/>
          <p:nvPr/>
        </p:nvSpPr>
        <p:spPr>
          <a:xfrm>
            <a:off x="7962900" y="16686892"/>
            <a:ext cx="1352550" cy="635376"/>
          </a:xfrm>
          <a:prstGeom prst="roundRect">
            <a:avLst>
              <a:gd name="adj" fmla="val 5556"/>
            </a:avLst>
          </a:prstGeom>
          <a:solidFill>
            <a:srgbClr val="FFE6CC"/>
          </a:solidFill>
          <a:ln>
            <a:solidFill>
              <a:srgbClr val="EBC3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ADB3C12C-A44D-4A47-8ACD-C109871144E4}"/>
              </a:ext>
            </a:extLst>
          </p:cNvPr>
          <p:cNvSpPr/>
          <p:nvPr/>
        </p:nvSpPr>
        <p:spPr>
          <a:xfrm>
            <a:off x="3686175" y="20944212"/>
            <a:ext cx="381000" cy="381600"/>
          </a:xfrm>
          <a:prstGeom prst="ellipse">
            <a:avLst/>
          </a:prstGeom>
          <a:solidFill>
            <a:srgbClr val="FCFC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767F4BAC-2B7A-44D5-A28A-5E73601B68F8}"/>
              </a:ext>
            </a:extLst>
          </p:cNvPr>
          <p:cNvCxnSpPr>
            <a:stCxn id="59" idx="0"/>
            <a:endCxn id="59" idx="4"/>
          </p:cNvCxnSpPr>
          <p:nvPr/>
        </p:nvCxnSpPr>
        <p:spPr>
          <a:xfrm>
            <a:off x="3876675" y="20944212"/>
            <a:ext cx="0" cy="381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3A18085-6D75-40BF-BC9C-F637FEC61F45}"/>
              </a:ext>
            </a:extLst>
          </p:cNvPr>
          <p:cNvCxnSpPr>
            <a:stCxn id="59" idx="2"/>
            <a:endCxn id="59" idx="6"/>
          </p:cNvCxnSpPr>
          <p:nvPr/>
        </p:nvCxnSpPr>
        <p:spPr>
          <a:xfrm>
            <a:off x="3686175" y="21135012"/>
            <a:ext cx="381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06E4B287-B678-4A12-924A-3DEB2DA454AD}"/>
              </a:ext>
            </a:extLst>
          </p:cNvPr>
          <p:cNvSpPr/>
          <p:nvPr/>
        </p:nvSpPr>
        <p:spPr>
          <a:xfrm>
            <a:off x="8464550" y="20965735"/>
            <a:ext cx="381000" cy="381600"/>
          </a:xfrm>
          <a:prstGeom prst="ellipse">
            <a:avLst/>
          </a:prstGeom>
          <a:solidFill>
            <a:srgbClr val="FCFC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700CE45-2301-42E7-84FF-15D697AA6176}"/>
              </a:ext>
            </a:extLst>
          </p:cNvPr>
          <p:cNvCxnSpPr>
            <a:cxnSpLocks/>
            <a:stCxn id="62" idx="0"/>
            <a:endCxn id="62" idx="4"/>
          </p:cNvCxnSpPr>
          <p:nvPr/>
        </p:nvCxnSpPr>
        <p:spPr>
          <a:xfrm>
            <a:off x="8655050" y="20965735"/>
            <a:ext cx="0" cy="381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71ED040-27AF-4A62-A24A-787117417FFA}"/>
              </a:ext>
            </a:extLst>
          </p:cNvPr>
          <p:cNvCxnSpPr>
            <a:stCxn id="62" idx="2"/>
            <a:endCxn id="62" idx="6"/>
          </p:cNvCxnSpPr>
          <p:nvPr/>
        </p:nvCxnSpPr>
        <p:spPr>
          <a:xfrm>
            <a:off x="8464550" y="21156535"/>
            <a:ext cx="381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D4287858-28C0-4F16-BE08-EA4D5265C836}"/>
              </a:ext>
            </a:extLst>
          </p:cNvPr>
          <p:cNvSpPr/>
          <p:nvPr/>
        </p:nvSpPr>
        <p:spPr>
          <a:xfrm>
            <a:off x="8454390" y="18893012"/>
            <a:ext cx="381000" cy="381600"/>
          </a:xfrm>
          <a:prstGeom prst="ellipse">
            <a:avLst/>
          </a:prstGeom>
          <a:solidFill>
            <a:srgbClr val="FCFC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A511B7D-2FD6-498E-A7FA-A975A7B3E9A9}"/>
              </a:ext>
            </a:extLst>
          </p:cNvPr>
          <p:cNvCxnSpPr>
            <a:stCxn id="65" idx="1"/>
            <a:endCxn id="65" idx="5"/>
          </p:cNvCxnSpPr>
          <p:nvPr/>
        </p:nvCxnSpPr>
        <p:spPr>
          <a:xfrm>
            <a:off x="8510186" y="18948896"/>
            <a:ext cx="269408" cy="269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BCAF576F-7390-47D0-BFF3-D762151DB12B}"/>
              </a:ext>
            </a:extLst>
          </p:cNvPr>
          <p:cNvCxnSpPr>
            <a:cxnSpLocks/>
            <a:stCxn id="65" idx="3"/>
            <a:endCxn id="65" idx="7"/>
          </p:cNvCxnSpPr>
          <p:nvPr/>
        </p:nvCxnSpPr>
        <p:spPr>
          <a:xfrm flipV="1">
            <a:off x="8510186" y="18948896"/>
            <a:ext cx="269408" cy="269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65121E7-8DB0-4400-A189-A4525F6F6A16}"/>
              </a:ext>
            </a:extLst>
          </p:cNvPr>
          <p:cNvSpPr/>
          <p:nvPr/>
        </p:nvSpPr>
        <p:spPr>
          <a:xfrm>
            <a:off x="10896600" y="15484405"/>
            <a:ext cx="1282700" cy="635376"/>
          </a:xfrm>
          <a:prstGeom prst="roundRect">
            <a:avLst>
              <a:gd name="adj" fmla="val 5556"/>
            </a:avLst>
          </a:prstGeom>
          <a:solidFill>
            <a:srgbClr val="D4E8D3"/>
          </a:solidFill>
          <a:ln w="28575">
            <a:solidFill>
              <a:srgbClr val="B9B1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FF0FA47-1939-49E7-A1CE-3E0D393E0B6D}"/>
              </a:ext>
            </a:extLst>
          </p:cNvPr>
          <p:cNvSpPr/>
          <p:nvPr/>
        </p:nvSpPr>
        <p:spPr>
          <a:xfrm>
            <a:off x="12325350" y="15484405"/>
            <a:ext cx="1282700" cy="635376"/>
          </a:xfrm>
          <a:prstGeom prst="roundRect">
            <a:avLst>
              <a:gd name="adj" fmla="val 5556"/>
            </a:avLst>
          </a:prstGeom>
          <a:solidFill>
            <a:srgbClr val="D0CEE1"/>
          </a:solidFill>
          <a:ln w="28575">
            <a:solidFill>
              <a:srgbClr val="B9B1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B381937D-CC69-48CA-85B4-90F12DEFAA2A}"/>
              </a:ext>
            </a:extLst>
          </p:cNvPr>
          <p:cNvSpPr/>
          <p:nvPr/>
        </p:nvSpPr>
        <p:spPr>
          <a:xfrm>
            <a:off x="13754100" y="15484405"/>
            <a:ext cx="1282700" cy="635376"/>
          </a:xfrm>
          <a:prstGeom prst="roundRect">
            <a:avLst>
              <a:gd name="adj" fmla="val 5556"/>
            </a:avLst>
          </a:prstGeom>
          <a:solidFill>
            <a:srgbClr val="B9C7D2"/>
          </a:solidFill>
          <a:ln w="28575">
            <a:solidFill>
              <a:srgbClr val="B9B1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ECC262E-9E32-4E92-84F6-A9A4E0000B45}"/>
              </a:ext>
            </a:extLst>
          </p:cNvPr>
          <p:cNvSpPr/>
          <p:nvPr/>
        </p:nvSpPr>
        <p:spPr>
          <a:xfrm>
            <a:off x="11836400" y="17592034"/>
            <a:ext cx="2247900" cy="949966"/>
          </a:xfrm>
          <a:prstGeom prst="roundRect">
            <a:avLst>
              <a:gd name="adj" fmla="val 5556"/>
            </a:avLst>
          </a:prstGeom>
          <a:solidFill>
            <a:srgbClr val="EFEFEF"/>
          </a:solidFill>
          <a:ln w="28575">
            <a:solidFill>
              <a:srgbClr val="B9B1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79BB02E-7B8E-4284-8384-150248C89630}"/>
              </a:ext>
            </a:extLst>
          </p:cNvPr>
          <p:cNvSpPr/>
          <p:nvPr/>
        </p:nvSpPr>
        <p:spPr>
          <a:xfrm>
            <a:off x="12054681" y="19359559"/>
            <a:ext cx="1824038" cy="776023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748BFE65-1C5B-4E2A-BB73-14D4B6F7B6BE}"/>
              </a:ext>
            </a:extLst>
          </p:cNvPr>
          <p:cNvSpPr/>
          <p:nvPr/>
        </p:nvSpPr>
        <p:spPr>
          <a:xfrm>
            <a:off x="15972509" y="13403618"/>
            <a:ext cx="5040993" cy="7987821"/>
          </a:xfrm>
          <a:prstGeom prst="roundRect">
            <a:avLst>
              <a:gd name="adj" fmla="val 1025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rgbClr val="ECECEC"/>
              </a:gs>
              <a:gs pos="83000">
                <a:srgbClr val="EAEAEA"/>
              </a:gs>
              <a:gs pos="100000">
                <a:srgbClr val="E7E7E7"/>
              </a:gs>
            </a:gsLst>
            <a:lin ang="5400000" scaled="1"/>
          </a:gra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87CEED9-7CA3-4B93-9180-C36C8E622624}"/>
              </a:ext>
            </a:extLst>
          </p:cNvPr>
          <p:cNvSpPr/>
          <p:nvPr/>
        </p:nvSpPr>
        <p:spPr>
          <a:xfrm>
            <a:off x="16154400" y="14179926"/>
            <a:ext cx="2533650" cy="5060574"/>
          </a:xfrm>
          <a:prstGeom prst="roundRect">
            <a:avLst/>
          </a:prstGeom>
          <a:solidFill>
            <a:srgbClr val="DAE8FB"/>
          </a:solidFill>
          <a:ln>
            <a:solidFill>
              <a:srgbClr val="3958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对角圆角 74">
            <a:extLst>
              <a:ext uri="{FF2B5EF4-FFF2-40B4-BE49-F238E27FC236}">
                <a16:creationId xmlns:a16="http://schemas.microsoft.com/office/drawing/2014/main" id="{9BB35919-9335-420B-9FDD-41AA51AD4853}"/>
              </a:ext>
            </a:extLst>
          </p:cNvPr>
          <p:cNvSpPr/>
          <p:nvPr/>
        </p:nvSpPr>
        <p:spPr>
          <a:xfrm rot="10800000" flipH="1">
            <a:off x="18880981" y="3930843"/>
            <a:ext cx="619642" cy="2308616"/>
          </a:xfrm>
          <a:prstGeom prst="round2DiagRect">
            <a:avLst>
              <a:gd name="adj1" fmla="val 50000"/>
              <a:gd name="adj2" fmla="val 5882"/>
            </a:avLst>
          </a:prstGeom>
          <a:solidFill>
            <a:srgbClr val="AFE2E6"/>
          </a:solidFill>
          <a:ln w="57150">
            <a:solidFill>
              <a:srgbClr val="097D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0C7F89E8-63B4-4B52-99E1-6CDD187DD4BB}"/>
              </a:ext>
            </a:extLst>
          </p:cNvPr>
          <p:cNvSpPr/>
          <p:nvPr/>
        </p:nvSpPr>
        <p:spPr>
          <a:xfrm>
            <a:off x="18856241" y="14164529"/>
            <a:ext cx="2002971" cy="972457"/>
          </a:xfrm>
          <a:prstGeom prst="roundRect">
            <a:avLst>
              <a:gd name="adj" fmla="val 22637"/>
            </a:avLst>
          </a:prstGeom>
          <a:solidFill>
            <a:srgbClr val="E0D4E7"/>
          </a:solidFill>
          <a:ln w="28575">
            <a:solidFill>
              <a:srgbClr val="BAA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D0267733-8C6A-4DA3-8DA2-3BEF03E6CCBC}"/>
              </a:ext>
            </a:extLst>
          </p:cNvPr>
          <p:cNvSpPr/>
          <p:nvPr/>
        </p:nvSpPr>
        <p:spPr>
          <a:xfrm>
            <a:off x="18856240" y="15502734"/>
            <a:ext cx="2002971" cy="972457"/>
          </a:xfrm>
          <a:prstGeom prst="roundRect">
            <a:avLst>
              <a:gd name="adj" fmla="val 22637"/>
            </a:avLst>
          </a:prstGeom>
          <a:solidFill>
            <a:srgbClr val="F5F5F5"/>
          </a:solidFill>
          <a:ln w="28575">
            <a:solidFill>
              <a:srgbClr val="8C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FBCE5D43-BCC8-46FB-9825-B6C025A1A5C6}"/>
              </a:ext>
            </a:extLst>
          </p:cNvPr>
          <p:cNvSpPr/>
          <p:nvPr/>
        </p:nvSpPr>
        <p:spPr>
          <a:xfrm>
            <a:off x="18856239" y="16867723"/>
            <a:ext cx="2002971" cy="972457"/>
          </a:xfrm>
          <a:prstGeom prst="roundRect">
            <a:avLst>
              <a:gd name="adj" fmla="val 22637"/>
            </a:avLst>
          </a:prstGeom>
          <a:solidFill>
            <a:srgbClr val="F8CECC"/>
          </a:solidFill>
          <a:ln w="28575">
            <a:solidFill>
              <a:srgbClr val="CC87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CA732FDA-4FDC-4F5A-831A-63A38B48530C}"/>
              </a:ext>
            </a:extLst>
          </p:cNvPr>
          <p:cNvSpPr/>
          <p:nvPr/>
        </p:nvSpPr>
        <p:spPr>
          <a:xfrm>
            <a:off x="18856238" y="18190928"/>
            <a:ext cx="2002971" cy="972457"/>
          </a:xfrm>
          <a:prstGeom prst="roundRect">
            <a:avLst>
              <a:gd name="adj" fmla="val 22637"/>
            </a:avLst>
          </a:prstGeom>
          <a:solidFill>
            <a:srgbClr val="F5F5F5"/>
          </a:solidFill>
          <a:ln w="28575">
            <a:solidFill>
              <a:srgbClr val="8C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5184F15-7EFE-4F64-A0C7-464E6145D498}"/>
              </a:ext>
            </a:extLst>
          </p:cNvPr>
          <p:cNvSpPr/>
          <p:nvPr/>
        </p:nvSpPr>
        <p:spPr>
          <a:xfrm>
            <a:off x="17154343" y="17881697"/>
            <a:ext cx="381000" cy="381600"/>
          </a:xfrm>
          <a:prstGeom prst="ellipse">
            <a:avLst/>
          </a:prstGeom>
          <a:solidFill>
            <a:srgbClr val="FCFC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AC80EC9-5AEF-4C8E-950D-AAB6D3993D03}"/>
              </a:ext>
            </a:extLst>
          </p:cNvPr>
          <p:cNvCxnSpPr>
            <a:stCxn id="80" idx="0"/>
            <a:endCxn id="80" idx="4"/>
          </p:cNvCxnSpPr>
          <p:nvPr/>
        </p:nvCxnSpPr>
        <p:spPr>
          <a:xfrm>
            <a:off x="17344843" y="17881697"/>
            <a:ext cx="0" cy="381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5CABBD6-D1EB-4C6F-BBB9-F3914F1222E2}"/>
              </a:ext>
            </a:extLst>
          </p:cNvPr>
          <p:cNvCxnSpPr>
            <a:stCxn id="80" idx="2"/>
            <a:endCxn id="80" idx="6"/>
          </p:cNvCxnSpPr>
          <p:nvPr/>
        </p:nvCxnSpPr>
        <p:spPr>
          <a:xfrm>
            <a:off x="17154343" y="18072497"/>
            <a:ext cx="381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斜纹 82">
            <a:extLst>
              <a:ext uri="{FF2B5EF4-FFF2-40B4-BE49-F238E27FC236}">
                <a16:creationId xmlns:a16="http://schemas.microsoft.com/office/drawing/2014/main" id="{F4FFD5FF-DB24-4F2B-B61B-14C90E34A078}"/>
              </a:ext>
            </a:extLst>
          </p:cNvPr>
          <p:cNvSpPr/>
          <p:nvPr/>
        </p:nvSpPr>
        <p:spPr>
          <a:xfrm rot="2770872">
            <a:off x="16598057" y="15418359"/>
            <a:ext cx="1437692" cy="1498228"/>
          </a:xfrm>
          <a:prstGeom prst="diagStripe">
            <a:avLst>
              <a:gd name="adj" fmla="val 46212"/>
            </a:avLst>
          </a:prstGeom>
          <a:solidFill>
            <a:srgbClr val="D0CEE1"/>
          </a:solidFill>
          <a:ln w="28575">
            <a:solidFill>
              <a:srgbClr val="8586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4" name="斜纹 83">
            <a:extLst>
              <a:ext uri="{FF2B5EF4-FFF2-40B4-BE49-F238E27FC236}">
                <a16:creationId xmlns:a16="http://schemas.microsoft.com/office/drawing/2014/main" id="{6D256986-4594-4204-8EBE-6FFCC5B3270C}"/>
              </a:ext>
            </a:extLst>
          </p:cNvPr>
          <p:cNvSpPr/>
          <p:nvPr/>
        </p:nvSpPr>
        <p:spPr>
          <a:xfrm rot="18829128" flipV="1">
            <a:off x="16598057" y="16372124"/>
            <a:ext cx="1437692" cy="1498228"/>
          </a:xfrm>
          <a:prstGeom prst="diagStripe">
            <a:avLst>
              <a:gd name="adj" fmla="val 46212"/>
            </a:avLst>
          </a:prstGeom>
          <a:solidFill>
            <a:srgbClr val="D0CEE1"/>
          </a:solidFill>
          <a:ln w="28575">
            <a:solidFill>
              <a:srgbClr val="8586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CD76294-6912-44EE-88C7-35CE58827DD9}"/>
              </a:ext>
            </a:extLst>
          </p:cNvPr>
          <p:cNvSpPr/>
          <p:nvPr/>
        </p:nvSpPr>
        <p:spPr>
          <a:xfrm>
            <a:off x="16278677" y="16421100"/>
            <a:ext cx="2076452" cy="438150"/>
          </a:xfrm>
          <a:prstGeom prst="rect">
            <a:avLst/>
          </a:prstGeom>
          <a:solidFill>
            <a:srgbClr val="99B3CC"/>
          </a:solidFill>
          <a:ln w="38100">
            <a:solidFill>
              <a:srgbClr val="55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3A2497D1-D659-4029-8EC9-DAD7AF84B9F2}"/>
              </a:ext>
            </a:extLst>
          </p:cNvPr>
          <p:cNvSpPr/>
          <p:nvPr/>
        </p:nvSpPr>
        <p:spPr>
          <a:xfrm>
            <a:off x="18104756" y="20306036"/>
            <a:ext cx="720000" cy="720000"/>
          </a:xfrm>
          <a:prstGeom prst="ellipse">
            <a:avLst/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FC6029A-AA86-4940-B030-B4A6BF69FAE9}"/>
              </a:ext>
            </a:extLst>
          </p:cNvPr>
          <p:cNvSpPr/>
          <p:nvPr/>
        </p:nvSpPr>
        <p:spPr>
          <a:xfrm>
            <a:off x="6883400" y="23992840"/>
            <a:ext cx="800100" cy="651869"/>
          </a:xfrm>
          <a:prstGeom prst="rect">
            <a:avLst/>
          </a:prstGeom>
          <a:solidFill>
            <a:srgbClr val="FFE6CC"/>
          </a:solidFill>
          <a:ln w="57150">
            <a:solidFill>
              <a:srgbClr val="DFAD31"/>
            </a:solidFill>
          </a:ln>
          <a:scene3d>
            <a:camera prst="isometricOffAxis2Right">
              <a:rot lat="1054176" lon="17030796" rev="21563622"/>
            </a:camera>
            <a:lightRig rig="balanced" dir="t">
              <a:rot lat="0" lon="0" rev="4800000"/>
            </a:lightRig>
          </a:scene3d>
          <a:sp3d extrusionH="234950" contourW="12700" prstMaterial="flat">
            <a:bevelB w="0" h="0"/>
            <a:extrusionClr>
              <a:srgbClr val="FFE6CC"/>
            </a:extrusionClr>
            <a:contourClr>
              <a:srgbClr val="DAA82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77E47AF-3632-4D42-B757-98AE857BCDAF}"/>
              </a:ext>
            </a:extLst>
          </p:cNvPr>
          <p:cNvSpPr/>
          <p:nvPr/>
        </p:nvSpPr>
        <p:spPr>
          <a:xfrm>
            <a:off x="6870700" y="24946155"/>
            <a:ext cx="800100" cy="651869"/>
          </a:xfrm>
          <a:prstGeom prst="rect">
            <a:avLst/>
          </a:prstGeom>
          <a:solidFill>
            <a:srgbClr val="F1E6C2"/>
          </a:solidFill>
          <a:ln w="57150">
            <a:solidFill>
              <a:srgbClr val="FFF1CC"/>
            </a:solidFill>
          </a:ln>
          <a:scene3d>
            <a:camera prst="isometricOffAxis2Right">
              <a:rot lat="1054176" lon="17030796" rev="21563622"/>
            </a:camera>
            <a:lightRig rig="balanced" dir="t">
              <a:rot lat="0" lon="0" rev="4800000"/>
            </a:lightRig>
          </a:scene3d>
          <a:sp3d extrusionH="234950" contourW="12700" prstMaterial="flat">
            <a:bevelB w="0" h="0"/>
            <a:extrusionClr>
              <a:srgbClr val="FFF1CC"/>
            </a:extrusionClr>
            <a:contourClr>
              <a:srgbClr val="D4B45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F56B7EA-768C-43A7-9DC7-C53A8C10E22A}"/>
              </a:ext>
            </a:extLst>
          </p:cNvPr>
          <p:cNvSpPr/>
          <p:nvPr/>
        </p:nvSpPr>
        <p:spPr>
          <a:xfrm>
            <a:off x="6870700" y="25884811"/>
            <a:ext cx="800100" cy="651869"/>
          </a:xfrm>
          <a:prstGeom prst="rect">
            <a:avLst/>
          </a:prstGeom>
          <a:solidFill>
            <a:srgbClr val="EBC3C2"/>
          </a:solidFill>
          <a:ln w="57150">
            <a:solidFill>
              <a:srgbClr val="EBC3C2"/>
            </a:solidFill>
          </a:ln>
          <a:scene3d>
            <a:camera prst="isometricOffAxis2Right">
              <a:rot lat="1054176" lon="17030796" rev="21563622"/>
            </a:camera>
            <a:lightRig rig="balanced" dir="t">
              <a:rot lat="0" lon="0" rev="4800000"/>
            </a:lightRig>
          </a:scene3d>
          <a:sp3d extrusionH="234950" contourW="12700" prstMaterial="flat">
            <a:bevelB w="0" h="0"/>
            <a:extrusionClr>
              <a:srgbClr val="EBC3C2"/>
            </a:extrusionClr>
            <a:contourClr>
              <a:srgbClr val="CB838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D987BED-1BC3-4F1C-AC17-F9D25F982461}"/>
              </a:ext>
            </a:extLst>
          </p:cNvPr>
          <p:cNvSpPr/>
          <p:nvPr/>
        </p:nvSpPr>
        <p:spPr>
          <a:xfrm>
            <a:off x="8547100" y="23962031"/>
            <a:ext cx="800100" cy="651869"/>
          </a:xfrm>
          <a:prstGeom prst="rect">
            <a:avLst/>
          </a:prstGeom>
          <a:solidFill>
            <a:srgbClr val="D67BA3"/>
          </a:solidFill>
          <a:ln w="57150">
            <a:solidFill>
              <a:srgbClr val="D67BA3"/>
            </a:solidFill>
          </a:ln>
          <a:scene3d>
            <a:camera prst="isometricOffAxis2Right">
              <a:rot lat="1054176" lon="17030796" rev="21563622"/>
            </a:camera>
            <a:lightRig rig="balanced" dir="t">
              <a:rot lat="0" lon="0" rev="4800000"/>
            </a:lightRig>
          </a:scene3d>
          <a:sp3d extrusionH="234950" contourW="12700" prstMaterial="flat">
            <a:bevelB w="0" h="0"/>
            <a:extrusionClr>
              <a:srgbClr val="D67BA3"/>
            </a:extrusionClr>
            <a:contourClr>
              <a:srgbClr val="AC779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4064A533-0977-4F10-A08B-57CDCF502C86}"/>
              </a:ext>
            </a:extLst>
          </p:cNvPr>
          <p:cNvSpPr/>
          <p:nvPr/>
        </p:nvSpPr>
        <p:spPr>
          <a:xfrm>
            <a:off x="2095500" y="24048548"/>
            <a:ext cx="1181100" cy="546100"/>
          </a:xfrm>
          <a:prstGeom prst="roundRect">
            <a:avLst/>
          </a:prstGeom>
          <a:solidFill>
            <a:srgbClr val="FFE6CC"/>
          </a:solidFill>
          <a:ln w="28575">
            <a:solidFill>
              <a:srgbClr val="E8BC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E626FD4D-8FEE-4A93-A2E2-2511247BF40F}"/>
              </a:ext>
            </a:extLst>
          </p:cNvPr>
          <p:cNvSpPr/>
          <p:nvPr/>
        </p:nvSpPr>
        <p:spPr>
          <a:xfrm>
            <a:off x="2095500" y="24989343"/>
            <a:ext cx="1181100" cy="546100"/>
          </a:xfrm>
          <a:prstGeom prst="roundRect">
            <a:avLst/>
          </a:prstGeom>
          <a:solidFill>
            <a:srgbClr val="FFF1CC"/>
          </a:solidFill>
          <a:ln w="28575">
            <a:solidFill>
              <a:srgbClr val="E6D1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57D7358E-5DFD-4A2B-84D2-8ADE26F5D44F}"/>
              </a:ext>
            </a:extLst>
          </p:cNvPr>
          <p:cNvSpPr/>
          <p:nvPr/>
        </p:nvSpPr>
        <p:spPr>
          <a:xfrm>
            <a:off x="2095500" y="25930138"/>
            <a:ext cx="1181100" cy="546100"/>
          </a:xfrm>
          <a:prstGeom prst="roundRect">
            <a:avLst/>
          </a:prstGeom>
          <a:solidFill>
            <a:srgbClr val="F8CECC"/>
          </a:solidFill>
          <a:ln w="28575">
            <a:solidFill>
              <a:srgbClr val="BD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31D4C2A0-4898-4F8F-B9E4-F1F0CD47A080}"/>
              </a:ext>
            </a:extLst>
          </p:cNvPr>
          <p:cNvSpPr/>
          <p:nvPr/>
        </p:nvSpPr>
        <p:spPr>
          <a:xfrm>
            <a:off x="5210175" y="24048548"/>
            <a:ext cx="1181100" cy="546100"/>
          </a:xfrm>
          <a:prstGeom prst="roundRect">
            <a:avLst/>
          </a:prstGeom>
          <a:solidFill>
            <a:srgbClr val="DAE8FB"/>
          </a:solidFill>
          <a:ln w="28575">
            <a:solidFill>
              <a:srgbClr val="85A2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D9DC5016-9A05-4FC8-9748-D6994A667603}"/>
              </a:ext>
            </a:extLst>
          </p:cNvPr>
          <p:cNvSpPr/>
          <p:nvPr/>
        </p:nvSpPr>
        <p:spPr>
          <a:xfrm>
            <a:off x="5210175" y="24989343"/>
            <a:ext cx="1181100" cy="546100"/>
          </a:xfrm>
          <a:prstGeom prst="roundRect">
            <a:avLst/>
          </a:prstGeom>
          <a:solidFill>
            <a:srgbClr val="DAE8FB"/>
          </a:solidFill>
          <a:ln w="28575">
            <a:solidFill>
              <a:srgbClr val="85A2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347571E2-F467-463B-9B3C-C2212643E6C7}"/>
              </a:ext>
            </a:extLst>
          </p:cNvPr>
          <p:cNvSpPr/>
          <p:nvPr/>
        </p:nvSpPr>
        <p:spPr>
          <a:xfrm>
            <a:off x="5210175" y="25930138"/>
            <a:ext cx="1181100" cy="546100"/>
          </a:xfrm>
          <a:prstGeom prst="roundRect">
            <a:avLst/>
          </a:prstGeom>
          <a:solidFill>
            <a:srgbClr val="DAE8FB"/>
          </a:solidFill>
          <a:ln w="28575">
            <a:solidFill>
              <a:srgbClr val="85A2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8D3180BC-77B6-4861-934D-9297127DC7C2}"/>
              </a:ext>
            </a:extLst>
          </p:cNvPr>
          <p:cNvSpPr/>
          <p:nvPr/>
        </p:nvSpPr>
        <p:spPr>
          <a:xfrm>
            <a:off x="3652837" y="24048548"/>
            <a:ext cx="1181100" cy="546100"/>
          </a:xfrm>
          <a:prstGeom prst="roundRect">
            <a:avLst/>
          </a:prstGeom>
          <a:gradFill>
            <a:gsLst>
              <a:gs pos="0">
                <a:srgbClr val="CAE4C4"/>
              </a:gs>
              <a:gs pos="89103">
                <a:srgbClr val="A4D58A"/>
              </a:gs>
              <a:gs pos="54000">
                <a:srgbClr val="BCDEAE"/>
              </a:gs>
              <a:gs pos="83000">
                <a:srgbClr val="A3D489"/>
              </a:gs>
              <a:gs pos="100000">
                <a:srgbClr val="A0D384"/>
              </a:gs>
            </a:gsLst>
            <a:lin ang="5400000" scaled="1"/>
          </a:gradFill>
          <a:ln w="28575">
            <a:solidFill>
              <a:srgbClr val="9FC5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7EC42365-0D04-44FA-A3E2-2953F2258345}"/>
              </a:ext>
            </a:extLst>
          </p:cNvPr>
          <p:cNvSpPr/>
          <p:nvPr/>
        </p:nvSpPr>
        <p:spPr>
          <a:xfrm>
            <a:off x="3652837" y="24989343"/>
            <a:ext cx="1181100" cy="546100"/>
          </a:xfrm>
          <a:prstGeom prst="roundRect">
            <a:avLst/>
          </a:prstGeom>
          <a:gradFill>
            <a:gsLst>
              <a:gs pos="0">
                <a:srgbClr val="CAE4C4"/>
              </a:gs>
              <a:gs pos="89103">
                <a:srgbClr val="A4D58A"/>
              </a:gs>
              <a:gs pos="54000">
                <a:srgbClr val="BCDEAE"/>
              </a:gs>
              <a:gs pos="83000">
                <a:srgbClr val="A3D489"/>
              </a:gs>
              <a:gs pos="100000">
                <a:srgbClr val="A0D384"/>
              </a:gs>
            </a:gsLst>
            <a:lin ang="5400000" scaled="1"/>
          </a:gradFill>
          <a:ln w="28575">
            <a:solidFill>
              <a:srgbClr val="9FC5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7F815E54-4DF8-4699-B941-224C2CE2E853}"/>
              </a:ext>
            </a:extLst>
          </p:cNvPr>
          <p:cNvSpPr/>
          <p:nvPr/>
        </p:nvSpPr>
        <p:spPr>
          <a:xfrm>
            <a:off x="3652837" y="25935390"/>
            <a:ext cx="1181100" cy="546100"/>
          </a:xfrm>
          <a:prstGeom prst="roundRect">
            <a:avLst/>
          </a:prstGeom>
          <a:gradFill>
            <a:gsLst>
              <a:gs pos="0">
                <a:srgbClr val="CAE4C4"/>
              </a:gs>
              <a:gs pos="89103">
                <a:srgbClr val="A4D58A"/>
              </a:gs>
              <a:gs pos="54000">
                <a:srgbClr val="BCDEAE"/>
              </a:gs>
              <a:gs pos="83000">
                <a:srgbClr val="A3D489"/>
              </a:gs>
              <a:gs pos="100000">
                <a:srgbClr val="A0D384"/>
              </a:gs>
            </a:gsLst>
            <a:lin ang="5400000" scaled="1"/>
          </a:gradFill>
          <a:ln w="28575">
            <a:solidFill>
              <a:srgbClr val="9FC5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03974258-1C35-4EF5-A9A0-A0F287B7EBDC}"/>
              </a:ext>
            </a:extLst>
          </p:cNvPr>
          <p:cNvSpPr/>
          <p:nvPr/>
        </p:nvSpPr>
        <p:spPr>
          <a:xfrm>
            <a:off x="2095500" y="22391198"/>
            <a:ext cx="1181100" cy="546100"/>
          </a:xfrm>
          <a:prstGeom prst="roundRect">
            <a:avLst/>
          </a:prstGeom>
          <a:solidFill>
            <a:srgbClr val="DAE8FB"/>
          </a:solidFill>
          <a:ln w="28575">
            <a:solidFill>
              <a:srgbClr val="85A2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56A43F7B-78FA-4F32-B5E6-67981895D79F}"/>
              </a:ext>
            </a:extLst>
          </p:cNvPr>
          <p:cNvSpPr/>
          <p:nvPr/>
        </p:nvSpPr>
        <p:spPr>
          <a:xfrm>
            <a:off x="2183666" y="27605829"/>
            <a:ext cx="1181100" cy="546100"/>
          </a:xfrm>
          <a:prstGeom prst="roundRect">
            <a:avLst/>
          </a:prstGeom>
          <a:solidFill>
            <a:srgbClr val="E0D4E7"/>
          </a:solidFill>
          <a:ln w="28575">
            <a:solidFill>
              <a:srgbClr val="B9A2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1998E42-7E5E-4157-992F-A4ADBEB093BD}"/>
              </a:ext>
            </a:extLst>
          </p:cNvPr>
          <p:cNvSpPr/>
          <p:nvPr/>
        </p:nvSpPr>
        <p:spPr>
          <a:xfrm>
            <a:off x="14058900" y="24724031"/>
            <a:ext cx="596900" cy="879169"/>
          </a:xfrm>
          <a:prstGeom prst="rect">
            <a:avLst/>
          </a:prstGeom>
          <a:solidFill>
            <a:srgbClr val="E1E1E1"/>
          </a:solidFill>
          <a:ln w="19050">
            <a:solidFill>
              <a:schemeClr val="tx1"/>
            </a:solidFill>
          </a:ln>
          <a:scene3d>
            <a:camera prst="isometricOffAxis2Right">
              <a:rot lat="1054176" lon="17030796" rev="21563622"/>
            </a:camera>
            <a:lightRig rig="balanced" dir="t">
              <a:rot lat="0" lon="0" rev="4800000"/>
            </a:lightRig>
          </a:scene3d>
          <a:sp3d extrusionH="234950" contourW="12700" prstMaterial="flat">
            <a:bevelB w="0" h="0"/>
            <a:extrusionClr>
              <a:srgbClr val="E1E1E1"/>
            </a:extrusionClr>
            <a:contourClr>
              <a:schemeClr val="tx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平行四边形 103">
            <a:extLst>
              <a:ext uri="{FF2B5EF4-FFF2-40B4-BE49-F238E27FC236}">
                <a16:creationId xmlns:a16="http://schemas.microsoft.com/office/drawing/2014/main" id="{BAB659DE-CA63-406A-8879-9EFA63E0B149}"/>
              </a:ext>
            </a:extLst>
          </p:cNvPr>
          <p:cNvSpPr/>
          <p:nvPr/>
        </p:nvSpPr>
        <p:spPr>
          <a:xfrm>
            <a:off x="11092983" y="23866619"/>
            <a:ext cx="1085850" cy="536431"/>
          </a:xfrm>
          <a:prstGeom prst="parallelogram">
            <a:avLst>
              <a:gd name="adj" fmla="val 51634"/>
            </a:avLst>
          </a:prstGeom>
          <a:solidFill>
            <a:srgbClr val="F1DAC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平行四边形 104">
            <a:extLst>
              <a:ext uri="{FF2B5EF4-FFF2-40B4-BE49-F238E27FC236}">
                <a16:creationId xmlns:a16="http://schemas.microsoft.com/office/drawing/2014/main" id="{1A1863E8-E2F9-427D-9301-CDAC538E43E3}"/>
              </a:ext>
            </a:extLst>
          </p:cNvPr>
          <p:cNvSpPr/>
          <p:nvPr/>
        </p:nvSpPr>
        <p:spPr>
          <a:xfrm>
            <a:off x="11092983" y="24955409"/>
            <a:ext cx="1085850" cy="536431"/>
          </a:xfrm>
          <a:prstGeom prst="parallelogram">
            <a:avLst>
              <a:gd name="adj" fmla="val 51634"/>
            </a:avLst>
          </a:prstGeom>
          <a:solidFill>
            <a:srgbClr val="F1E6C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平行四边形 105">
            <a:extLst>
              <a:ext uri="{FF2B5EF4-FFF2-40B4-BE49-F238E27FC236}">
                <a16:creationId xmlns:a16="http://schemas.microsoft.com/office/drawing/2014/main" id="{F17BDDED-7D1F-4824-9E06-A634645A8074}"/>
              </a:ext>
            </a:extLst>
          </p:cNvPr>
          <p:cNvSpPr/>
          <p:nvPr/>
        </p:nvSpPr>
        <p:spPr>
          <a:xfrm>
            <a:off x="11092983" y="25921101"/>
            <a:ext cx="1085850" cy="536431"/>
          </a:xfrm>
          <a:prstGeom prst="parallelogram">
            <a:avLst>
              <a:gd name="adj" fmla="val 51634"/>
            </a:avLst>
          </a:prstGeom>
          <a:solidFill>
            <a:srgbClr val="FF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5D14AA33-6D8B-451B-9931-F986E65FD3C8}"/>
              </a:ext>
            </a:extLst>
          </p:cNvPr>
          <p:cNvSpPr/>
          <p:nvPr/>
        </p:nvSpPr>
        <p:spPr>
          <a:xfrm>
            <a:off x="9394969" y="24038920"/>
            <a:ext cx="1181100" cy="546100"/>
          </a:xfrm>
          <a:prstGeom prst="roundRect">
            <a:avLst/>
          </a:prstGeom>
          <a:solidFill>
            <a:srgbClr val="B9C7D2"/>
          </a:solidFill>
          <a:ln w="28575">
            <a:solidFill>
              <a:srgbClr val="9FAA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D60E8095-7A05-4440-AFBB-C9A90D0BFA0B}"/>
              </a:ext>
            </a:extLst>
          </p:cNvPr>
          <p:cNvSpPr/>
          <p:nvPr/>
        </p:nvSpPr>
        <p:spPr>
          <a:xfrm>
            <a:off x="9394969" y="24950575"/>
            <a:ext cx="1181100" cy="546100"/>
          </a:xfrm>
          <a:prstGeom prst="roundRect">
            <a:avLst/>
          </a:prstGeom>
          <a:solidFill>
            <a:srgbClr val="6C8663"/>
          </a:solidFill>
          <a:ln w="28575">
            <a:solidFill>
              <a:srgbClr val="506C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1CEC5801-557B-47F1-8F83-B63607C4D5DF}"/>
              </a:ext>
            </a:extLst>
          </p:cNvPr>
          <p:cNvSpPr/>
          <p:nvPr/>
        </p:nvSpPr>
        <p:spPr>
          <a:xfrm>
            <a:off x="7833360" y="24048720"/>
            <a:ext cx="478800" cy="4800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0792FEE0-2C21-463A-81DA-2EDDE928A336}"/>
              </a:ext>
            </a:extLst>
          </p:cNvPr>
          <p:cNvGrpSpPr/>
          <p:nvPr/>
        </p:nvGrpSpPr>
        <p:grpSpPr>
          <a:xfrm>
            <a:off x="7997904" y="24178260"/>
            <a:ext cx="173831" cy="213360"/>
            <a:chOff x="7997904" y="24178260"/>
            <a:chExt cx="173831" cy="213360"/>
          </a:xfrm>
        </p:grpSpPr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3B448132-108F-4365-A876-89BF630DFA90}"/>
                </a:ext>
              </a:extLst>
            </p:cNvPr>
            <p:cNvCxnSpPr/>
            <p:nvPr/>
          </p:nvCxnSpPr>
          <p:spPr>
            <a:xfrm>
              <a:off x="8084820" y="24178260"/>
              <a:ext cx="0" cy="2133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93D4B8EC-2A3E-4E45-AA66-C3EE5EA75637}"/>
                </a:ext>
              </a:extLst>
            </p:cNvPr>
            <p:cNvCxnSpPr/>
            <p:nvPr/>
          </p:nvCxnSpPr>
          <p:spPr>
            <a:xfrm>
              <a:off x="7997904" y="24289702"/>
              <a:ext cx="1738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椭圆 112">
            <a:extLst>
              <a:ext uri="{FF2B5EF4-FFF2-40B4-BE49-F238E27FC236}">
                <a16:creationId xmlns:a16="http://schemas.microsoft.com/office/drawing/2014/main" id="{2D1655A9-ED4F-4FF6-9250-FAD5D673074C}"/>
              </a:ext>
            </a:extLst>
          </p:cNvPr>
          <p:cNvSpPr/>
          <p:nvPr/>
        </p:nvSpPr>
        <p:spPr>
          <a:xfrm>
            <a:off x="12452985" y="23938230"/>
            <a:ext cx="478800" cy="4800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016DE45D-DC2D-486E-90FD-E14EFA6DB3E7}"/>
              </a:ext>
            </a:extLst>
          </p:cNvPr>
          <p:cNvGrpSpPr/>
          <p:nvPr/>
        </p:nvGrpSpPr>
        <p:grpSpPr>
          <a:xfrm rot="20704454">
            <a:off x="12583523" y="24075173"/>
            <a:ext cx="209222" cy="206171"/>
            <a:chOff x="10383248" y="24750813"/>
            <a:chExt cx="209222" cy="206171"/>
          </a:xfrm>
        </p:grpSpPr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4364EE99-854F-4BAB-ADBE-4A87F44393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3248" y="24796139"/>
              <a:ext cx="209222" cy="115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954E162C-8544-4748-AABE-32BD2DD5EAE3}"/>
                </a:ext>
              </a:extLst>
            </p:cNvPr>
            <p:cNvCxnSpPr>
              <a:cxnSpLocks/>
            </p:cNvCxnSpPr>
            <p:nvPr/>
          </p:nvCxnSpPr>
          <p:spPr>
            <a:xfrm>
              <a:off x="10431549" y="24750813"/>
              <a:ext cx="112619" cy="2061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椭圆 116">
            <a:extLst>
              <a:ext uri="{FF2B5EF4-FFF2-40B4-BE49-F238E27FC236}">
                <a16:creationId xmlns:a16="http://schemas.microsoft.com/office/drawing/2014/main" id="{4C3D6A95-80B5-44EF-95AF-44827F47F50F}"/>
              </a:ext>
            </a:extLst>
          </p:cNvPr>
          <p:cNvSpPr/>
          <p:nvPr/>
        </p:nvSpPr>
        <p:spPr>
          <a:xfrm>
            <a:off x="12452985" y="24947880"/>
            <a:ext cx="478800" cy="4800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0AFAA569-40C8-468E-9E41-C6366BF949FD}"/>
              </a:ext>
            </a:extLst>
          </p:cNvPr>
          <p:cNvGrpSpPr/>
          <p:nvPr/>
        </p:nvGrpSpPr>
        <p:grpSpPr>
          <a:xfrm rot="20704454">
            <a:off x="12583523" y="25084823"/>
            <a:ext cx="209222" cy="206171"/>
            <a:chOff x="10383248" y="24750813"/>
            <a:chExt cx="209222" cy="206171"/>
          </a:xfrm>
        </p:grpSpPr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6CB7DBD2-6E92-4EBA-A1C2-FAD1BBC296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3248" y="24796139"/>
              <a:ext cx="209222" cy="115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AFBF13EC-D3E7-41D6-BCF8-7A5550A5AE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31549" y="24750813"/>
              <a:ext cx="112619" cy="2061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椭圆 120">
            <a:extLst>
              <a:ext uri="{FF2B5EF4-FFF2-40B4-BE49-F238E27FC236}">
                <a16:creationId xmlns:a16="http://schemas.microsoft.com/office/drawing/2014/main" id="{450F2E86-84BA-4B35-A79F-AD86335A221F}"/>
              </a:ext>
            </a:extLst>
          </p:cNvPr>
          <p:cNvSpPr/>
          <p:nvPr/>
        </p:nvSpPr>
        <p:spPr>
          <a:xfrm>
            <a:off x="12452985" y="26000393"/>
            <a:ext cx="478800" cy="4800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B0C7A267-B2E7-4F8E-90FA-08A8C824BD8C}"/>
              </a:ext>
            </a:extLst>
          </p:cNvPr>
          <p:cNvGrpSpPr/>
          <p:nvPr/>
        </p:nvGrpSpPr>
        <p:grpSpPr>
          <a:xfrm rot="20704454">
            <a:off x="12583523" y="26137336"/>
            <a:ext cx="209222" cy="206171"/>
            <a:chOff x="10383248" y="24750813"/>
            <a:chExt cx="209222" cy="206171"/>
          </a:xfrm>
        </p:grpSpPr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B390AC7A-F2C5-4DDA-ADE1-CE0F6966B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3248" y="24796139"/>
              <a:ext cx="209222" cy="115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AC630E80-F682-447B-8CD8-08BAD5634046}"/>
                </a:ext>
              </a:extLst>
            </p:cNvPr>
            <p:cNvCxnSpPr>
              <a:cxnSpLocks/>
            </p:cNvCxnSpPr>
            <p:nvPr/>
          </p:nvCxnSpPr>
          <p:spPr>
            <a:xfrm>
              <a:off x="10431549" y="24750813"/>
              <a:ext cx="112619" cy="2061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椭圆 124">
            <a:extLst>
              <a:ext uri="{FF2B5EF4-FFF2-40B4-BE49-F238E27FC236}">
                <a16:creationId xmlns:a16="http://schemas.microsoft.com/office/drawing/2014/main" id="{65EA452E-A6BF-4CF0-88E9-FD17957BA3D7}"/>
              </a:ext>
            </a:extLst>
          </p:cNvPr>
          <p:cNvSpPr/>
          <p:nvPr/>
        </p:nvSpPr>
        <p:spPr>
          <a:xfrm>
            <a:off x="13138785" y="24947880"/>
            <a:ext cx="478800" cy="4800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24B4369A-4C18-4FED-A429-7E8184A08A51}"/>
              </a:ext>
            </a:extLst>
          </p:cNvPr>
          <p:cNvGrpSpPr/>
          <p:nvPr/>
        </p:nvGrpSpPr>
        <p:grpSpPr>
          <a:xfrm>
            <a:off x="13303329" y="25077420"/>
            <a:ext cx="173831" cy="213360"/>
            <a:chOff x="7997904" y="24178260"/>
            <a:chExt cx="173831" cy="213360"/>
          </a:xfrm>
        </p:grpSpPr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FB6904A4-3541-4F1D-ADC0-D43C78FAF104}"/>
                </a:ext>
              </a:extLst>
            </p:cNvPr>
            <p:cNvCxnSpPr/>
            <p:nvPr/>
          </p:nvCxnSpPr>
          <p:spPr>
            <a:xfrm>
              <a:off x="8084820" y="24178260"/>
              <a:ext cx="0" cy="2133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8313DF2D-B990-4056-ADCE-4546C80F9D01}"/>
                </a:ext>
              </a:extLst>
            </p:cNvPr>
            <p:cNvCxnSpPr/>
            <p:nvPr/>
          </p:nvCxnSpPr>
          <p:spPr>
            <a:xfrm>
              <a:off x="7997904" y="24289702"/>
              <a:ext cx="1738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椭圆 128">
            <a:extLst>
              <a:ext uri="{FF2B5EF4-FFF2-40B4-BE49-F238E27FC236}">
                <a16:creationId xmlns:a16="http://schemas.microsoft.com/office/drawing/2014/main" id="{902AC042-7940-4835-BB98-C845A7C106F9}"/>
              </a:ext>
            </a:extLst>
          </p:cNvPr>
          <p:cNvSpPr/>
          <p:nvPr/>
        </p:nvSpPr>
        <p:spPr>
          <a:xfrm>
            <a:off x="15450185" y="24999630"/>
            <a:ext cx="478800" cy="4800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6C894476-BD53-4BCC-8B0F-47708F3D4D0F}"/>
              </a:ext>
            </a:extLst>
          </p:cNvPr>
          <p:cNvGrpSpPr/>
          <p:nvPr/>
        </p:nvGrpSpPr>
        <p:grpSpPr>
          <a:xfrm rot="20704454">
            <a:off x="15580723" y="25136573"/>
            <a:ext cx="209222" cy="206171"/>
            <a:chOff x="10383248" y="24750813"/>
            <a:chExt cx="209222" cy="206171"/>
          </a:xfrm>
        </p:grpSpPr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BCA10F7A-8D1F-4518-B52E-7B57E89257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3248" y="24796139"/>
              <a:ext cx="209222" cy="115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DA126D1D-0A17-4B8A-A9C3-2D76C52F211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1549" y="24750813"/>
              <a:ext cx="112619" cy="2061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文本框 132">
            <a:extLst>
              <a:ext uri="{FF2B5EF4-FFF2-40B4-BE49-F238E27FC236}">
                <a16:creationId xmlns:a16="http://schemas.microsoft.com/office/drawing/2014/main" id="{520E302E-FE58-48F6-98A9-2D4A0DFD4844}"/>
              </a:ext>
            </a:extLst>
          </p:cNvPr>
          <p:cNvSpPr txBox="1"/>
          <p:nvPr/>
        </p:nvSpPr>
        <p:spPr>
          <a:xfrm>
            <a:off x="18207680" y="20342870"/>
            <a:ext cx="570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7C0A6591-9F68-476A-BE25-A5558D2F3DEE}"/>
              </a:ext>
            </a:extLst>
          </p:cNvPr>
          <p:cNvSpPr/>
          <p:nvPr/>
        </p:nvSpPr>
        <p:spPr>
          <a:xfrm>
            <a:off x="14990081" y="22283624"/>
            <a:ext cx="720000" cy="720000"/>
          </a:xfrm>
          <a:prstGeom prst="ellipse">
            <a:avLst/>
          </a:prstGeom>
          <a:solidFill>
            <a:srgbClr val="FCFCF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69EB9790-0CEA-4C68-BB4D-081A6E14749D}"/>
              </a:ext>
            </a:extLst>
          </p:cNvPr>
          <p:cNvSpPr txBox="1"/>
          <p:nvPr/>
        </p:nvSpPr>
        <p:spPr>
          <a:xfrm>
            <a:off x="15093005" y="22320458"/>
            <a:ext cx="570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E7521CC9-7B5F-4037-8B6D-805E2ACE3C67}"/>
              </a:ext>
            </a:extLst>
          </p:cNvPr>
          <p:cNvSpPr/>
          <p:nvPr/>
        </p:nvSpPr>
        <p:spPr>
          <a:xfrm>
            <a:off x="14030325" y="22216949"/>
            <a:ext cx="596900" cy="879169"/>
          </a:xfrm>
          <a:prstGeom prst="rect">
            <a:avLst/>
          </a:prstGeom>
          <a:solidFill>
            <a:srgbClr val="DAE8FB"/>
          </a:solidFill>
          <a:ln w="19050">
            <a:solidFill>
              <a:srgbClr val="85A2CA"/>
            </a:solidFill>
          </a:ln>
          <a:scene3d>
            <a:camera prst="isometricOffAxis2Right">
              <a:rot lat="1054176" lon="17030796" rev="21563622"/>
            </a:camera>
            <a:lightRig rig="balanced" dir="t">
              <a:rot lat="0" lon="0" rev="4800000"/>
            </a:lightRig>
          </a:scene3d>
          <a:sp3d extrusionH="234950" contourW="12700" prstMaterial="flat">
            <a:bevelB w="0" h="0"/>
            <a:extrusionClr>
              <a:srgbClr val="DAE8FB"/>
            </a:extrusionClr>
            <a:contourClr>
              <a:srgbClr val="85A2C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B590C7EC-B520-4D06-96F8-2D55A2A2A7C0}"/>
              </a:ext>
            </a:extLst>
          </p:cNvPr>
          <p:cNvGrpSpPr/>
          <p:nvPr/>
        </p:nvGrpSpPr>
        <p:grpSpPr>
          <a:xfrm rot="21416323">
            <a:off x="16115665" y="22178181"/>
            <a:ext cx="1069686" cy="917269"/>
            <a:chOff x="16106775" y="22226474"/>
            <a:chExt cx="1069686" cy="917269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7BCCCFA1-FE16-404B-A5DC-4D908D17F0F6}"/>
                </a:ext>
              </a:extLst>
            </p:cNvPr>
            <p:cNvSpPr/>
            <p:nvPr/>
          </p:nvSpPr>
          <p:spPr>
            <a:xfrm>
              <a:off x="16106775" y="22226474"/>
              <a:ext cx="596900" cy="879169"/>
            </a:xfrm>
            <a:prstGeom prst="rect">
              <a:avLst/>
            </a:prstGeom>
            <a:solidFill>
              <a:srgbClr val="DAE8FB"/>
            </a:solidFill>
            <a:ln w="19050">
              <a:solidFill>
                <a:srgbClr val="85A2CA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234950" contourW="12700" prstMaterial="flat">
              <a:bevelB w="0" h="0"/>
              <a:extrusionClr>
                <a:srgbClr val="DAE8FB"/>
              </a:extrusionClr>
              <a:contourClr>
                <a:srgbClr val="85A2CA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91FD0550-CDE2-4CB1-9EE2-21ACE22A614C}"/>
                </a:ext>
              </a:extLst>
            </p:cNvPr>
            <p:cNvSpPr/>
            <p:nvPr/>
          </p:nvSpPr>
          <p:spPr>
            <a:xfrm>
              <a:off x="16343168" y="22245524"/>
              <a:ext cx="596900" cy="879169"/>
            </a:xfrm>
            <a:prstGeom prst="rect">
              <a:avLst/>
            </a:prstGeom>
            <a:solidFill>
              <a:srgbClr val="EDEDED"/>
            </a:solidFill>
            <a:ln w="19050">
              <a:solidFill>
                <a:schemeClr val="tx1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234950" contourW="12700" prstMaterial="flat">
              <a:bevelB w="0" h="0"/>
              <a:extrusionClr>
                <a:srgbClr val="EDEDED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E2EBC8AD-1F28-4C82-92AC-4FFDAEBA0F1F}"/>
                </a:ext>
              </a:extLst>
            </p:cNvPr>
            <p:cNvSpPr/>
            <p:nvPr/>
          </p:nvSpPr>
          <p:spPr>
            <a:xfrm>
              <a:off x="16579561" y="22264574"/>
              <a:ext cx="596900" cy="879169"/>
            </a:xfrm>
            <a:prstGeom prst="rect">
              <a:avLst/>
            </a:prstGeom>
            <a:solidFill>
              <a:srgbClr val="D5C9DB"/>
            </a:solidFill>
            <a:ln w="19050">
              <a:solidFill>
                <a:srgbClr val="B39BC0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234950" contourW="12700" prstMaterial="flat">
              <a:bevelB w="0" h="0"/>
              <a:extrusionClr>
                <a:srgbClr val="D5C9DB"/>
              </a:extrusionClr>
              <a:contourClr>
                <a:srgbClr val="B39BC0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2" name="矩形 141">
            <a:extLst>
              <a:ext uri="{FF2B5EF4-FFF2-40B4-BE49-F238E27FC236}">
                <a16:creationId xmlns:a16="http://schemas.microsoft.com/office/drawing/2014/main" id="{336377C3-255E-4619-92F3-C2D7B725B609}"/>
              </a:ext>
            </a:extLst>
          </p:cNvPr>
          <p:cNvSpPr/>
          <p:nvPr/>
        </p:nvSpPr>
        <p:spPr>
          <a:xfrm rot="20939540">
            <a:off x="19351594" y="21828545"/>
            <a:ext cx="1289565" cy="795856"/>
          </a:xfrm>
          <a:prstGeom prst="rect">
            <a:avLst/>
          </a:prstGeom>
          <a:solidFill>
            <a:srgbClr val="EAEAEA"/>
          </a:solidFill>
          <a:ln>
            <a:solidFill>
              <a:srgbClr val="919191"/>
            </a:solidFill>
          </a:ln>
          <a:scene3d>
            <a:camera prst="isometricTopUp">
              <a:rot lat="20727786" lon="17181616" rev="4695143"/>
            </a:camera>
            <a:lightRig rig="threePt" dir="t">
              <a:rot lat="0" lon="0" rev="16200000"/>
            </a:lightRig>
          </a:scene3d>
          <a:sp3d extrusionH="730250" contourW="12700" prstMaterial="flat">
            <a:extrusionClr>
              <a:srgbClr val="C1C1C1"/>
            </a:extrusionClr>
            <a:contourClr>
              <a:srgbClr val="91919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0BF2F80-33DE-4082-9F31-C7F4E2DAC912}"/>
              </a:ext>
            </a:extLst>
          </p:cNvPr>
          <p:cNvGrpSpPr/>
          <p:nvPr/>
        </p:nvGrpSpPr>
        <p:grpSpPr>
          <a:xfrm rot="21341930">
            <a:off x="16272669" y="24904535"/>
            <a:ext cx="1154905" cy="609595"/>
            <a:chOff x="16075025" y="24947399"/>
            <a:chExt cx="1154905" cy="609595"/>
          </a:xfrm>
        </p:grpSpPr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0193EC1A-A4B0-45BE-B970-54C7003B4F5A}"/>
                </a:ext>
              </a:extLst>
            </p:cNvPr>
            <p:cNvSpPr/>
            <p:nvPr/>
          </p:nvSpPr>
          <p:spPr>
            <a:xfrm>
              <a:off x="16075025" y="24947399"/>
              <a:ext cx="422275" cy="552451"/>
            </a:xfrm>
            <a:prstGeom prst="rect">
              <a:avLst/>
            </a:prstGeom>
            <a:solidFill>
              <a:srgbClr val="DAE8FB"/>
            </a:solidFill>
            <a:ln w="19050">
              <a:solidFill>
                <a:srgbClr val="85A2CA"/>
              </a:solidFill>
            </a:ln>
            <a:scene3d>
              <a:camera prst="isometricOffAxis2Right">
                <a:rot lat="1054176" lon="17030796" rev="21594000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DAE8FB"/>
              </a:extrusionClr>
              <a:contourClr>
                <a:srgbClr val="85A2CA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FC67B32D-690D-4D29-BF90-8F66AEC1EA0F}"/>
                </a:ext>
              </a:extLst>
            </p:cNvPr>
            <p:cNvSpPr/>
            <p:nvPr/>
          </p:nvSpPr>
          <p:spPr>
            <a:xfrm>
              <a:off x="16194881" y="24956923"/>
              <a:ext cx="422275" cy="552451"/>
            </a:xfrm>
            <a:prstGeom prst="rect">
              <a:avLst/>
            </a:prstGeom>
            <a:solidFill>
              <a:srgbClr val="E0C19A"/>
            </a:solidFill>
            <a:ln w="19050">
              <a:solidFill>
                <a:srgbClr val="AA640D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E0C19A"/>
              </a:extrusionClr>
              <a:contourClr>
                <a:srgbClr val="AA640D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FA24D510-5B58-4D60-840C-BC05DF63593F}"/>
                </a:ext>
              </a:extLst>
            </p:cNvPr>
            <p:cNvSpPr/>
            <p:nvPr/>
          </p:nvSpPr>
          <p:spPr>
            <a:xfrm>
              <a:off x="16314737" y="24966447"/>
              <a:ext cx="422275" cy="552451"/>
            </a:xfrm>
            <a:prstGeom prst="rect">
              <a:avLst/>
            </a:prstGeom>
            <a:solidFill>
              <a:srgbClr val="9ECCCF"/>
            </a:solidFill>
            <a:ln w="19050">
              <a:solidFill>
                <a:srgbClr val="0C7377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9ECCCF"/>
              </a:extrusionClr>
              <a:contourClr>
                <a:srgbClr val="0C7377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61AE198D-66BD-4651-896B-EC6DBB694350}"/>
                </a:ext>
              </a:extLst>
            </p:cNvPr>
            <p:cNvSpPr/>
            <p:nvPr/>
          </p:nvSpPr>
          <p:spPr>
            <a:xfrm>
              <a:off x="16434593" y="24975971"/>
              <a:ext cx="422275" cy="552451"/>
            </a:xfrm>
            <a:prstGeom prst="rect">
              <a:avLst/>
            </a:prstGeom>
            <a:solidFill>
              <a:srgbClr val="BCB9CB"/>
            </a:solidFill>
            <a:ln w="19050">
              <a:solidFill>
                <a:srgbClr val="6E6A8C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BCB9CB"/>
              </a:extrusionClr>
              <a:contourClr>
                <a:srgbClr val="6E6A8C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5A30BC97-AE18-4D60-AA21-AEDB09537CD5}"/>
                </a:ext>
              </a:extLst>
            </p:cNvPr>
            <p:cNvSpPr/>
            <p:nvPr/>
          </p:nvSpPr>
          <p:spPr>
            <a:xfrm>
              <a:off x="16554449" y="24985495"/>
              <a:ext cx="422275" cy="552451"/>
            </a:xfrm>
            <a:prstGeom prst="rect">
              <a:avLst/>
            </a:prstGeom>
            <a:solidFill>
              <a:srgbClr val="A7B4BC"/>
            </a:solidFill>
            <a:ln w="19050">
              <a:solidFill>
                <a:srgbClr val="566D7E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A7B4BC"/>
              </a:extrusionClr>
              <a:contourClr>
                <a:srgbClr val="566D7E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F692E7C2-26FD-4A7D-B959-E9DEFD26E267}"/>
                </a:ext>
              </a:extLst>
            </p:cNvPr>
            <p:cNvSpPr/>
            <p:nvPr/>
          </p:nvSpPr>
          <p:spPr>
            <a:xfrm>
              <a:off x="16681052" y="24995019"/>
              <a:ext cx="422275" cy="552451"/>
            </a:xfrm>
            <a:prstGeom prst="rect">
              <a:avLst/>
            </a:prstGeom>
            <a:solidFill>
              <a:srgbClr val="E5CF8B"/>
            </a:solidFill>
            <a:ln w="19050">
              <a:solidFill>
                <a:srgbClr val="CDAF5A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E5CF8B"/>
              </a:extrusionClr>
              <a:contourClr>
                <a:srgbClr val="CDAF5A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6148DD51-5ABF-4D82-87DE-179B4C2B8E76}"/>
                </a:ext>
              </a:extLst>
            </p:cNvPr>
            <p:cNvSpPr/>
            <p:nvPr/>
          </p:nvSpPr>
          <p:spPr>
            <a:xfrm>
              <a:off x="16807655" y="25004543"/>
              <a:ext cx="422275" cy="552451"/>
            </a:xfrm>
            <a:prstGeom prst="rect">
              <a:avLst/>
            </a:prstGeom>
            <a:solidFill>
              <a:srgbClr val="9ECCCF"/>
            </a:solidFill>
            <a:ln w="19050">
              <a:solidFill>
                <a:srgbClr val="207F7E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9ECCCF"/>
              </a:extrusionClr>
              <a:contourClr>
                <a:srgbClr val="207F7E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597E517E-F446-470F-BC80-5376F2FA847B}"/>
              </a:ext>
            </a:extLst>
          </p:cNvPr>
          <p:cNvGrpSpPr/>
          <p:nvPr/>
        </p:nvGrpSpPr>
        <p:grpSpPr>
          <a:xfrm rot="21341930">
            <a:off x="15144732" y="26339636"/>
            <a:ext cx="1154905" cy="609595"/>
            <a:chOff x="16075025" y="24947399"/>
            <a:chExt cx="1154905" cy="609595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F843B302-E4AB-4666-8BC7-90E12D54B59A}"/>
                </a:ext>
              </a:extLst>
            </p:cNvPr>
            <p:cNvSpPr/>
            <p:nvPr/>
          </p:nvSpPr>
          <p:spPr>
            <a:xfrm>
              <a:off x="16075025" y="24947399"/>
              <a:ext cx="422275" cy="552451"/>
            </a:xfrm>
            <a:prstGeom prst="rect">
              <a:avLst/>
            </a:prstGeom>
            <a:solidFill>
              <a:srgbClr val="DAE8FB"/>
            </a:solidFill>
            <a:ln w="19050">
              <a:solidFill>
                <a:srgbClr val="85A2CA"/>
              </a:solidFill>
            </a:ln>
            <a:scene3d>
              <a:camera prst="isometricOffAxis2Right">
                <a:rot lat="1054176" lon="17030796" rev="21594000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DAE8FB"/>
              </a:extrusionClr>
              <a:contourClr>
                <a:srgbClr val="85A2CA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500C2715-D2A1-445F-884E-15FA0864FB64}"/>
                </a:ext>
              </a:extLst>
            </p:cNvPr>
            <p:cNvSpPr/>
            <p:nvPr/>
          </p:nvSpPr>
          <p:spPr>
            <a:xfrm>
              <a:off x="16194881" y="24956923"/>
              <a:ext cx="422275" cy="552451"/>
            </a:xfrm>
            <a:prstGeom prst="rect">
              <a:avLst/>
            </a:prstGeom>
            <a:solidFill>
              <a:srgbClr val="E0C19A"/>
            </a:solidFill>
            <a:ln w="19050">
              <a:solidFill>
                <a:srgbClr val="AA640D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E0C19A"/>
              </a:extrusionClr>
              <a:contourClr>
                <a:srgbClr val="AA640D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5476E95E-995E-47A2-8876-19805EF06EAF}"/>
                </a:ext>
              </a:extLst>
            </p:cNvPr>
            <p:cNvSpPr/>
            <p:nvPr/>
          </p:nvSpPr>
          <p:spPr>
            <a:xfrm>
              <a:off x="16314737" y="24966447"/>
              <a:ext cx="422275" cy="552451"/>
            </a:xfrm>
            <a:prstGeom prst="rect">
              <a:avLst/>
            </a:prstGeom>
            <a:solidFill>
              <a:srgbClr val="9ECCCF"/>
            </a:solidFill>
            <a:ln w="19050">
              <a:solidFill>
                <a:srgbClr val="0C7377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9ECCCF"/>
              </a:extrusionClr>
              <a:contourClr>
                <a:srgbClr val="0C7377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76E8539A-A534-46CD-8E9D-8BC84241880F}"/>
                </a:ext>
              </a:extLst>
            </p:cNvPr>
            <p:cNvSpPr/>
            <p:nvPr/>
          </p:nvSpPr>
          <p:spPr>
            <a:xfrm>
              <a:off x="16434593" y="24975971"/>
              <a:ext cx="422275" cy="552451"/>
            </a:xfrm>
            <a:prstGeom prst="rect">
              <a:avLst/>
            </a:prstGeom>
            <a:solidFill>
              <a:srgbClr val="BCB9CB"/>
            </a:solidFill>
            <a:ln w="19050">
              <a:solidFill>
                <a:srgbClr val="6E6A8C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BCB9CB"/>
              </a:extrusionClr>
              <a:contourClr>
                <a:srgbClr val="6E6A8C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95A0ECE9-877D-4098-B6CC-43162A9C109A}"/>
                </a:ext>
              </a:extLst>
            </p:cNvPr>
            <p:cNvSpPr/>
            <p:nvPr/>
          </p:nvSpPr>
          <p:spPr>
            <a:xfrm>
              <a:off x="16554449" y="24985495"/>
              <a:ext cx="422275" cy="552451"/>
            </a:xfrm>
            <a:prstGeom prst="rect">
              <a:avLst/>
            </a:prstGeom>
            <a:solidFill>
              <a:srgbClr val="A7B4BC"/>
            </a:solidFill>
            <a:ln w="19050">
              <a:solidFill>
                <a:srgbClr val="566D7E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A7B4BC"/>
              </a:extrusionClr>
              <a:contourClr>
                <a:srgbClr val="566D7E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BAF1A361-1C20-4932-AEBD-E06E2D998481}"/>
                </a:ext>
              </a:extLst>
            </p:cNvPr>
            <p:cNvSpPr/>
            <p:nvPr/>
          </p:nvSpPr>
          <p:spPr>
            <a:xfrm>
              <a:off x="16681052" y="24995019"/>
              <a:ext cx="422275" cy="552451"/>
            </a:xfrm>
            <a:prstGeom prst="rect">
              <a:avLst/>
            </a:prstGeom>
            <a:solidFill>
              <a:srgbClr val="E5CF8B"/>
            </a:solidFill>
            <a:ln w="19050">
              <a:solidFill>
                <a:srgbClr val="CDAF5A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E5CF8B"/>
              </a:extrusionClr>
              <a:contourClr>
                <a:srgbClr val="CDAF5A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7F370332-9F84-43B6-82B6-03087A5B5DBA}"/>
                </a:ext>
              </a:extLst>
            </p:cNvPr>
            <p:cNvSpPr/>
            <p:nvPr/>
          </p:nvSpPr>
          <p:spPr>
            <a:xfrm>
              <a:off x="16807655" y="25004543"/>
              <a:ext cx="422275" cy="552451"/>
            </a:xfrm>
            <a:prstGeom prst="rect">
              <a:avLst/>
            </a:prstGeom>
            <a:solidFill>
              <a:srgbClr val="9ECCCF"/>
            </a:solidFill>
            <a:ln w="19050">
              <a:solidFill>
                <a:srgbClr val="207F7E"/>
              </a:solidFill>
            </a:ln>
            <a:scene3d>
              <a:camera prst="isometricOffAxis2Right">
                <a:rot lat="1054176" lon="17030796" rev="21563622"/>
              </a:camera>
              <a:lightRig rig="balanced" dir="t">
                <a:rot lat="0" lon="0" rev="4800000"/>
              </a:lightRig>
            </a:scene3d>
            <a:sp3d extrusionH="120650" contourW="12700" prstMaterial="flat">
              <a:bevelB w="0" h="0"/>
              <a:extrusionClr>
                <a:srgbClr val="9ECCCF"/>
              </a:extrusionClr>
              <a:contourClr>
                <a:srgbClr val="207F7E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9D1F5C89-D279-4AF1-B5B3-1D110241213B}"/>
              </a:ext>
            </a:extLst>
          </p:cNvPr>
          <p:cNvSpPr/>
          <p:nvPr/>
        </p:nvSpPr>
        <p:spPr>
          <a:xfrm rot="20939540">
            <a:off x="15093284" y="23296172"/>
            <a:ext cx="1289565" cy="795856"/>
          </a:xfrm>
          <a:prstGeom prst="rect">
            <a:avLst/>
          </a:prstGeom>
          <a:solidFill>
            <a:srgbClr val="C4D0E1"/>
          </a:solidFill>
          <a:ln>
            <a:solidFill>
              <a:srgbClr val="88A3C9"/>
            </a:solidFill>
          </a:ln>
          <a:scene3d>
            <a:camera prst="isometricTopUp">
              <a:rot lat="20727786" lon="17181616" rev="4695143"/>
            </a:camera>
            <a:lightRig rig="threePt" dir="t">
              <a:rot lat="0" lon="0" rev="16200000"/>
            </a:lightRig>
          </a:scene3d>
          <a:sp3d extrusionH="730250" contourW="25400" prstMaterial="flat">
            <a:extrusionClr>
              <a:srgbClr val="C4D0E1"/>
            </a:extrusionClr>
            <a:contourClr>
              <a:srgbClr val="88A3C9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BBDBA52C-D385-43B9-BAC3-DCE6E0612E5A}"/>
              </a:ext>
            </a:extLst>
          </p:cNvPr>
          <p:cNvSpPr/>
          <p:nvPr/>
        </p:nvSpPr>
        <p:spPr>
          <a:xfrm rot="20939540">
            <a:off x="19250360" y="23428759"/>
            <a:ext cx="1289565" cy="795856"/>
          </a:xfrm>
          <a:prstGeom prst="rect">
            <a:avLst/>
          </a:prstGeom>
          <a:solidFill>
            <a:srgbClr val="C4D0E1"/>
          </a:solidFill>
          <a:ln>
            <a:solidFill>
              <a:srgbClr val="88A3C9"/>
            </a:solidFill>
          </a:ln>
          <a:scene3d>
            <a:camera prst="isometricTopUp">
              <a:rot lat="20727786" lon="17181616" rev="4695143"/>
            </a:camera>
            <a:lightRig rig="threePt" dir="t">
              <a:rot lat="0" lon="0" rev="16200000"/>
            </a:lightRig>
          </a:scene3d>
          <a:sp3d extrusionH="254000" contourW="25400" prstMaterial="flat">
            <a:extrusionClr>
              <a:srgbClr val="C4D0E1"/>
            </a:extrusionClr>
            <a:contourClr>
              <a:srgbClr val="88A3C9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01CC9CC-1F80-43F2-A78E-BE47E1F859CB}"/>
              </a:ext>
            </a:extLst>
          </p:cNvPr>
          <p:cNvSpPr/>
          <p:nvPr/>
        </p:nvSpPr>
        <p:spPr>
          <a:xfrm>
            <a:off x="16630650" y="23518408"/>
            <a:ext cx="2447925" cy="952500"/>
          </a:xfrm>
          <a:prstGeom prst="roundRect">
            <a:avLst/>
          </a:prstGeom>
          <a:solidFill>
            <a:srgbClr val="FFEACD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91207FFB-832F-4677-B5C5-9CBC61EE58D2}"/>
              </a:ext>
            </a:extLst>
          </p:cNvPr>
          <p:cNvSpPr/>
          <p:nvPr/>
        </p:nvSpPr>
        <p:spPr>
          <a:xfrm>
            <a:off x="17087850" y="23847020"/>
            <a:ext cx="1533525" cy="466725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CD79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D363E039-2CA4-4A6D-A168-F07FBB4851CF}"/>
              </a:ext>
            </a:extLst>
          </p:cNvPr>
          <p:cNvSpPr/>
          <p:nvPr/>
        </p:nvSpPr>
        <p:spPr>
          <a:xfrm>
            <a:off x="17768887" y="24705482"/>
            <a:ext cx="2447925" cy="952500"/>
          </a:xfrm>
          <a:prstGeom prst="roundRect">
            <a:avLst/>
          </a:prstGeom>
          <a:solidFill>
            <a:srgbClr val="F9D6AC"/>
          </a:solidFill>
          <a:ln w="19050">
            <a:solidFill>
              <a:srgbClr val="C89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955636BF-7DF5-4FE3-A59C-B79AD02775CB}"/>
              </a:ext>
            </a:extLst>
          </p:cNvPr>
          <p:cNvSpPr/>
          <p:nvPr/>
        </p:nvSpPr>
        <p:spPr>
          <a:xfrm>
            <a:off x="18773775" y="25050750"/>
            <a:ext cx="438150" cy="466725"/>
          </a:xfrm>
          <a:prstGeom prst="rect">
            <a:avLst/>
          </a:prstGeom>
          <a:solidFill>
            <a:srgbClr val="F9D9D4"/>
          </a:solidFill>
          <a:ln w="28575">
            <a:solidFill>
              <a:srgbClr val="CD79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74E852CF-4CCC-4B86-A822-E242C6E5613D}"/>
              </a:ext>
            </a:extLst>
          </p:cNvPr>
          <p:cNvSpPr/>
          <p:nvPr/>
        </p:nvSpPr>
        <p:spPr>
          <a:xfrm>
            <a:off x="19539361" y="25050750"/>
            <a:ext cx="438150" cy="466725"/>
          </a:xfrm>
          <a:prstGeom prst="rect">
            <a:avLst/>
          </a:prstGeom>
          <a:solidFill>
            <a:srgbClr val="F9D9D4"/>
          </a:solidFill>
          <a:ln w="28575">
            <a:solidFill>
              <a:srgbClr val="CD79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97D1A264-FEC9-4583-A869-E9708B15F04A}"/>
              </a:ext>
            </a:extLst>
          </p:cNvPr>
          <p:cNvSpPr/>
          <p:nvPr/>
        </p:nvSpPr>
        <p:spPr>
          <a:xfrm>
            <a:off x="17926685" y="25037415"/>
            <a:ext cx="478800" cy="480060"/>
          </a:xfrm>
          <a:prstGeom prst="ellipse">
            <a:avLst/>
          </a:prstGeom>
          <a:solidFill>
            <a:srgbClr val="B9C7D2"/>
          </a:solidFill>
          <a:ln>
            <a:solidFill>
              <a:srgbClr val="7E94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478F1C64-2638-4239-9632-9B03100E378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648700" y="5257801"/>
            <a:ext cx="636504" cy="0"/>
          </a:xfrm>
          <a:prstGeom prst="straightConnector1">
            <a:avLst/>
          </a:prstGeom>
          <a:ln w="57150">
            <a:solidFill>
              <a:srgbClr val="6C8E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FE37321F-D9AE-4F77-9005-B5B2C7C2EFEE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11752633" y="5247741"/>
            <a:ext cx="657352" cy="10060"/>
          </a:xfrm>
          <a:prstGeom prst="straightConnector1">
            <a:avLst/>
          </a:prstGeom>
          <a:ln w="57150">
            <a:solidFill>
              <a:srgbClr val="6C8E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245430CD-D4FA-41D3-BF2D-ABE3B412D9D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4877414" y="5247741"/>
            <a:ext cx="612031" cy="10060"/>
          </a:xfrm>
          <a:prstGeom prst="straightConnector1">
            <a:avLst/>
          </a:prstGeom>
          <a:ln w="57150">
            <a:solidFill>
              <a:srgbClr val="6C8E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25E87D61-BB56-4323-805B-4E1BC6A6E7BE}"/>
              </a:ext>
            </a:extLst>
          </p:cNvPr>
          <p:cNvCxnSpPr>
            <a:cxnSpLocks/>
            <a:stCxn id="5" idx="3"/>
            <a:endCxn id="75" idx="2"/>
          </p:cNvCxnSpPr>
          <p:nvPr/>
        </p:nvCxnSpPr>
        <p:spPr>
          <a:xfrm flipV="1">
            <a:off x="18268950" y="5085151"/>
            <a:ext cx="61203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CB1DE510-143D-446F-ABDC-D569DB005B02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5210175" y="5085152"/>
            <a:ext cx="723446" cy="111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A9D2138C-B5BE-4699-AE3A-05C5F38E77F1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663129" y="5096329"/>
            <a:ext cx="7596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5C08D668-D276-40C6-AC0F-F7BC82469ADF}"/>
              </a:ext>
            </a:extLst>
          </p:cNvPr>
          <p:cNvCxnSpPr>
            <a:cxnSpLocks/>
            <a:stCxn id="23" idx="1"/>
            <a:endCxn id="3" idx="3"/>
          </p:cNvCxnSpPr>
          <p:nvPr/>
        </p:nvCxnSpPr>
        <p:spPr>
          <a:xfrm flipH="1">
            <a:off x="5236498" y="10070192"/>
            <a:ext cx="654486" cy="137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0520FA17-5745-480B-AC1E-861B4A1EA1F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3874563" y="10083968"/>
            <a:ext cx="5745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DCC8ECB2-CD49-4095-A482-C00777839527}"/>
              </a:ext>
            </a:extLst>
          </p:cNvPr>
          <p:cNvCxnSpPr>
            <a:stCxn id="75" idx="0"/>
            <a:endCxn id="26" idx="3"/>
          </p:cNvCxnSpPr>
          <p:nvPr/>
        </p:nvCxnSpPr>
        <p:spPr>
          <a:xfrm flipH="1">
            <a:off x="18675406" y="5085151"/>
            <a:ext cx="825217" cy="5010440"/>
          </a:xfrm>
          <a:prstGeom prst="bentConnector3">
            <a:avLst>
              <a:gd name="adj1" fmla="val -2770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719D5684-DE71-4AE1-B53C-C29A896652B4}"/>
              </a:ext>
            </a:extLst>
          </p:cNvPr>
          <p:cNvCxnSpPr>
            <a:cxnSpLocks/>
            <a:stCxn id="26" idx="1"/>
            <a:endCxn id="37" idx="3"/>
          </p:cNvCxnSpPr>
          <p:nvPr/>
        </p:nvCxnSpPr>
        <p:spPr>
          <a:xfrm flipH="1" flipV="1">
            <a:off x="15036797" y="10094684"/>
            <a:ext cx="821022" cy="907"/>
          </a:xfrm>
          <a:prstGeom prst="straightConnector1">
            <a:avLst/>
          </a:prstGeom>
          <a:ln w="57150">
            <a:solidFill>
              <a:srgbClr val="DFC9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16D4112D-6572-4017-BF2D-AC1920C27C8B}"/>
              </a:ext>
            </a:extLst>
          </p:cNvPr>
          <p:cNvCxnSpPr>
            <a:endCxn id="36" idx="3"/>
          </p:cNvCxnSpPr>
          <p:nvPr/>
        </p:nvCxnSpPr>
        <p:spPr>
          <a:xfrm flipH="1">
            <a:off x="11698513" y="10083968"/>
            <a:ext cx="787073" cy="10717"/>
          </a:xfrm>
          <a:prstGeom prst="straightConnector1">
            <a:avLst/>
          </a:prstGeom>
          <a:ln w="57150">
            <a:solidFill>
              <a:srgbClr val="DFC9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9DB2692C-D690-468C-8D74-C0BB45255DE2}"/>
              </a:ext>
            </a:extLst>
          </p:cNvPr>
          <p:cNvCxnSpPr>
            <a:cxnSpLocks/>
            <a:stCxn id="24" idx="1"/>
            <a:endCxn id="35" idx="3"/>
          </p:cNvCxnSpPr>
          <p:nvPr/>
        </p:nvCxnSpPr>
        <p:spPr>
          <a:xfrm flipH="1" flipV="1">
            <a:off x="8389257" y="10101276"/>
            <a:ext cx="807046" cy="7016"/>
          </a:xfrm>
          <a:prstGeom prst="straightConnector1">
            <a:avLst/>
          </a:prstGeom>
          <a:ln w="57150">
            <a:solidFill>
              <a:srgbClr val="DFC9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ADBB354D-9242-465E-B883-8675A946E4C6}"/>
              </a:ext>
            </a:extLst>
          </p:cNvPr>
          <p:cNvCxnSpPr>
            <a:endCxn id="38" idx="0"/>
          </p:cNvCxnSpPr>
          <p:nvPr/>
        </p:nvCxnSpPr>
        <p:spPr>
          <a:xfrm>
            <a:off x="17654640" y="6809841"/>
            <a:ext cx="0" cy="2145470"/>
          </a:xfrm>
          <a:prstGeom prst="straightConnector1">
            <a:avLst/>
          </a:prstGeom>
          <a:ln w="76200">
            <a:solidFill>
              <a:srgbClr val="CE8E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423E87BD-8C64-400C-A3FB-02604C53E6C9}"/>
              </a:ext>
            </a:extLst>
          </p:cNvPr>
          <p:cNvCxnSpPr/>
          <p:nvPr/>
        </p:nvCxnSpPr>
        <p:spPr>
          <a:xfrm>
            <a:off x="14498690" y="6809841"/>
            <a:ext cx="0" cy="2145470"/>
          </a:xfrm>
          <a:prstGeom prst="straightConnector1">
            <a:avLst/>
          </a:prstGeom>
          <a:ln w="76200">
            <a:solidFill>
              <a:srgbClr val="CE8E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C8325821-6291-4366-9845-3382E109427F}"/>
              </a:ext>
            </a:extLst>
          </p:cNvPr>
          <p:cNvCxnSpPr/>
          <p:nvPr/>
        </p:nvCxnSpPr>
        <p:spPr>
          <a:xfrm>
            <a:off x="11196690" y="6809841"/>
            <a:ext cx="0" cy="2145470"/>
          </a:xfrm>
          <a:prstGeom prst="straightConnector1">
            <a:avLst/>
          </a:prstGeom>
          <a:ln w="76200">
            <a:solidFill>
              <a:srgbClr val="CE8E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3DC8B48A-BC65-4E6F-A25A-B257226A13E5}"/>
              </a:ext>
            </a:extLst>
          </p:cNvPr>
          <p:cNvCxnSpPr/>
          <p:nvPr/>
        </p:nvCxnSpPr>
        <p:spPr>
          <a:xfrm>
            <a:off x="8084820" y="6809841"/>
            <a:ext cx="0" cy="2145470"/>
          </a:xfrm>
          <a:prstGeom prst="straightConnector1">
            <a:avLst/>
          </a:prstGeom>
          <a:ln w="76200">
            <a:solidFill>
              <a:srgbClr val="CE8E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2782A3D1-4E2A-147B-3E96-7D5E0CDC615D}"/>
              </a:ext>
            </a:extLst>
          </p:cNvPr>
          <p:cNvCxnSpPr/>
          <p:nvPr/>
        </p:nvCxnSpPr>
        <p:spPr>
          <a:xfrm>
            <a:off x="3876675" y="12207240"/>
            <a:ext cx="0" cy="1376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A0827DE8-E948-83CC-72DA-55E0CCF67448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3876675" y="14211300"/>
            <a:ext cx="0" cy="4210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D49B3C26-A275-5015-C93B-E8277F22CAE8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3876675" y="15267694"/>
            <a:ext cx="0" cy="3829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205F91A0-75FB-BD7F-7F19-AA924A892A4A}"/>
              </a:ext>
            </a:extLst>
          </p:cNvPr>
          <p:cNvCxnSpPr>
            <a:endCxn id="45" idx="0"/>
          </p:cNvCxnSpPr>
          <p:nvPr/>
        </p:nvCxnSpPr>
        <p:spPr>
          <a:xfrm>
            <a:off x="3876675" y="16285988"/>
            <a:ext cx="0" cy="3536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81D8AADF-FE5F-E64F-EF62-19E18BDB3855}"/>
              </a:ext>
            </a:extLst>
          </p:cNvPr>
          <p:cNvCxnSpPr>
            <a:endCxn id="46" idx="0"/>
          </p:cNvCxnSpPr>
          <p:nvPr/>
        </p:nvCxnSpPr>
        <p:spPr>
          <a:xfrm>
            <a:off x="3876675" y="17268845"/>
            <a:ext cx="0" cy="41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83AAD7A0-E0D1-FB84-2E31-A118FB5F9501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3876675" y="18321741"/>
            <a:ext cx="0" cy="5609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5DEC55F4-DDEB-3DE6-74E9-8CE7ECF54C58}"/>
              </a:ext>
            </a:extLst>
          </p:cNvPr>
          <p:cNvCxnSpPr>
            <a:stCxn id="49" idx="4"/>
            <a:endCxn id="48" idx="0"/>
          </p:cNvCxnSpPr>
          <p:nvPr/>
        </p:nvCxnSpPr>
        <p:spPr>
          <a:xfrm>
            <a:off x="3876675" y="19264247"/>
            <a:ext cx="0" cy="488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D38EE37E-2051-284F-E79C-886A7102DCFF}"/>
              </a:ext>
            </a:extLst>
          </p:cNvPr>
          <p:cNvCxnSpPr>
            <a:stCxn id="48" idx="2"/>
            <a:endCxn id="59" idx="0"/>
          </p:cNvCxnSpPr>
          <p:nvPr/>
        </p:nvCxnSpPr>
        <p:spPr>
          <a:xfrm>
            <a:off x="3876675" y="20388620"/>
            <a:ext cx="0" cy="5555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FBC64929-B509-6AF0-E3C2-5052545D8F47}"/>
              </a:ext>
            </a:extLst>
          </p:cNvPr>
          <p:cNvCxnSpPr>
            <a:stCxn id="59" idx="4"/>
          </p:cNvCxnSpPr>
          <p:nvPr/>
        </p:nvCxnSpPr>
        <p:spPr>
          <a:xfrm>
            <a:off x="3876675" y="21325812"/>
            <a:ext cx="0" cy="8826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连接符: 肘形 197">
            <a:extLst>
              <a:ext uri="{FF2B5EF4-FFF2-40B4-BE49-F238E27FC236}">
                <a16:creationId xmlns:a16="http://schemas.microsoft.com/office/drawing/2014/main" id="{B24899DA-7EB9-47F3-00EB-B73153E18785}"/>
              </a:ext>
            </a:extLst>
          </p:cNvPr>
          <p:cNvCxnSpPr>
            <a:endCxn id="47" idx="0"/>
          </p:cNvCxnSpPr>
          <p:nvPr/>
        </p:nvCxnSpPr>
        <p:spPr>
          <a:xfrm rot="5400000">
            <a:off x="1251172" y="14014129"/>
            <a:ext cx="3472272" cy="1778734"/>
          </a:xfrm>
          <a:prstGeom prst="bentConnector3">
            <a:avLst>
              <a:gd name="adj1" fmla="val 84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连接符: 肘形 203">
            <a:extLst>
              <a:ext uri="{FF2B5EF4-FFF2-40B4-BE49-F238E27FC236}">
                <a16:creationId xmlns:a16="http://schemas.microsoft.com/office/drawing/2014/main" id="{DAFE493D-E924-033C-D5B7-F182ADA4314E}"/>
              </a:ext>
            </a:extLst>
          </p:cNvPr>
          <p:cNvCxnSpPr>
            <a:cxnSpLocks/>
            <a:endCxn id="59" idx="6"/>
          </p:cNvCxnSpPr>
          <p:nvPr/>
        </p:nvCxnSpPr>
        <p:spPr>
          <a:xfrm rot="16200000" flipH="1">
            <a:off x="-6821" y="17061016"/>
            <a:ext cx="7957492" cy="190500"/>
          </a:xfrm>
          <a:prstGeom prst="bentConnector4">
            <a:avLst>
              <a:gd name="adj1" fmla="val 411"/>
              <a:gd name="adj2" fmla="val 61466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21A6D723-3564-1DCE-F544-E52BCD2AF099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8629650" y="12456160"/>
            <a:ext cx="9525" cy="11275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连接符: 肘形 217">
            <a:extLst>
              <a:ext uri="{FF2B5EF4-FFF2-40B4-BE49-F238E27FC236}">
                <a16:creationId xmlns:a16="http://schemas.microsoft.com/office/drawing/2014/main" id="{494391AC-2A83-FF10-C578-C6442689186E}"/>
              </a:ext>
            </a:extLst>
          </p:cNvPr>
          <p:cNvCxnSpPr>
            <a:stCxn id="47" idx="2"/>
            <a:endCxn id="49" idx="2"/>
          </p:cNvCxnSpPr>
          <p:nvPr/>
        </p:nvCxnSpPr>
        <p:spPr>
          <a:xfrm rot="16200000" flipH="1">
            <a:off x="1992839" y="17380110"/>
            <a:ext cx="1798439" cy="158823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992CC34B-6924-D10A-1626-D680D6D6F7DD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>
            <a:off x="8639175" y="14219109"/>
            <a:ext cx="0" cy="413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3C0250AE-BBC5-2408-AA92-FBF970E79379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>
            <a:off x="8639175" y="15267694"/>
            <a:ext cx="0" cy="350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4A56E03A-EB77-FFBB-809C-3246707F8435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8639175" y="16253131"/>
            <a:ext cx="0" cy="4337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67602E1E-AA29-7BF0-F08E-155FAF2538C9}"/>
              </a:ext>
            </a:extLst>
          </p:cNvPr>
          <p:cNvCxnSpPr>
            <a:stCxn id="58" idx="2"/>
            <a:endCxn id="56" idx="0"/>
          </p:cNvCxnSpPr>
          <p:nvPr/>
        </p:nvCxnSpPr>
        <p:spPr>
          <a:xfrm>
            <a:off x="8639175" y="17322268"/>
            <a:ext cx="0" cy="3490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87EEA2C8-6EDD-942F-41A3-C11E64CBF3D9}"/>
              </a:ext>
            </a:extLst>
          </p:cNvPr>
          <p:cNvCxnSpPr>
            <a:cxnSpLocks/>
            <a:stCxn id="56" idx="2"/>
            <a:endCxn id="65" idx="0"/>
          </p:cNvCxnSpPr>
          <p:nvPr/>
        </p:nvCxnSpPr>
        <p:spPr>
          <a:xfrm>
            <a:off x="8639175" y="18306679"/>
            <a:ext cx="5715" cy="5863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BA3150FC-7140-D2C5-DB8D-A872EC761FEA}"/>
              </a:ext>
            </a:extLst>
          </p:cNvPr>
          <p:cNvCxnSpPr>
            <a:stCxn id="65" idx="4"/>
            <a:endCxn id="57" idx="0"/>
          </p:cNvCxnSpPr>
          <p:nvPr/>
        </p:nvCxnSpPr>
        <p:spPr>
          <a:xfrm>
            <a:off x="8644890" y="19274612"/>
            <a:ext cx="9525" cy="472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268A4F0A-78AA-EEEB-C3F6-38322810AD59}"/>
              </a:ext>
            </a:extLst>
          </p:cNvPr>
          <p:cNvCxnSpPr>
            <a:cxnSpLocks/>
            <a:stCxn id="57" idx="2"/>
            <a:endCxn id="62" idx="0"/>
          </p:cNvCxnSpPr>
          <p:nvPr/>
        </p:nvCxnSpPr>
        <p:spPr>
          <a:xfrm>
            <a:off x="8654415" y="20382947"/>
            <a:ext cx="635" cy="5827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31D32199-726E-0BE6-6417-21459B382D44}"/>
              </a:ext>
            </a:extLst>
          </p:cNvPr>
          <p:cNvCxnSpPr/>
          <p:nvPr/>
        </p:nvCxnSpPr>
        <p:spPr>
          <a:xfrm>
            <a:off x="8655050" y="21347335"/>
            <a:ext cx="0" cy="8826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连接符: 肘形 239">
            <a:extLst>
              <a:ext uri="{FF2B5EF4-FFF2-40B4-BE49-F238E27FC236}">
                <a16:creationId xmlns:a16="http://schemas.microsoft.com/office/drawing/2014/main" id="{A3ADEBF7-B1C5-3E7E-C8AB-72F4B54B4429}"/>
              </a:ext>
            </a:extLst>
          </p:cNvPr>
          <p:cNvCxnSpPr>
            <a:endCxn id="62" idx="6"/>
          </p:cNvCxnSpPr>
          <p:nvPr/>
        </p:nvCxnSpPr>
        <p:spPr>
          <a:xfrm rot="16200000" flipH="1">
            <a:off x="4706818" y="17017802"/>
            <a:ext cx="8080615" cy="196850"/>
          </a:xfrm>
          <a:prstGeom prst="bentConnector4">
            <a:avLst>
              <a:gd name="adj1" fmla="val -217"/>
              <a:gd name="adj2" fmla="val 46387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连接符: 肘形 243">
            <a:extLst>
              <a:ext uri="{FF2B5EF4-FFF2-40B4-BE49-F238E27FC236}">
                <a16:creationId xmlns:a16="http://schemas.microsoft.com/office/drawing/2014/main" id="{CE284C97-9B37-F3B1-CA9A-67863122FAEC}"/>
              </a:ext>
            </a:extLst>
          </p:cNvPr>
          <p:cNvCxnSpPr>
            <a:cxnSpLocks/>
            <a:endCxn id="55" idx="0"/>
          </p:cNvCxnSpPr>
          <p:nvPr/>
        </p:nvCxnSpPr>
        <p:spPr>
          <a:xfrm rot="5400000">
            <a:off x="5945049" y="13929817"/>
            <a:ext cx="3588028" cy="1819276"/>
          </a:xfrm>
          <a:prstGeom prst="bentConnector3">
            <a:avLst>
              <a:gd name="adj1" fmla="val 39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连接符: 肘形 248">
            <a:extLst>
              <a:ext uri="{FF2B5EF4-FFF2-40B4-BE49-F238E27FC236}">
                <a16:creationId xmlns:a16="http://schemas.microsoft.com/office/drawing/2014/main" id="{1E73AAC5-F03E-B9FF-C731-640DAD7ADFC5}"/>
              </a:ext>
            </a:extLst>
          </p:cNvPr>
          <p:cNvCxnSpPr>
            <a:endCxn id="65" idx="2"/>
          </p:cNvCxnSpPr>
          <p:nvPr/>
        </p:nvCxnSpPr>
        <p:spPr>
          <a:xfrm rot="16200000" flipH="1">
            <a:off x="6718232" y="17347653"/>
            <a:ext cx="1814967" cy="165735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连接符: 肘形 254">
            <a:extLst>
              <a:ext uri="{FF2B5EF4-FFF2-40B4-BE49-F238E27FC236}">
                <a16:creationId xmlns:a16="http://schemas.microsoft.com/office/drawing/2014/main" id="{AFD1B9B0-83AB-D0D0-B8E0-8A5D162E6855}"/>
              </a:ext>
            </a:extLst>
          </p:cNvPr>
          <p:cNvCxnSpPr>
            <a:cxnSpLocks/>
            <a:endCxn id="68" idx="0"/>
          </p:cNvCxnSpPr>
          <p:nvPr/>
        </p:nvCxnSpPr>
        <p:spPr>
          <a:xfrm rot="5400000">
            <a:off x="10520488" y="13494973"/>
            <a:ext cx="3006895" cy="97196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0C6B11DF-F856-0687-6DA1-97699562B9F8}"/>
              </a:ext>
            </a:extLst>
          </p:cNvPr>
          <p:cNvCxnSpPr>
            <a:cxnSpLocks/>
          </p:cNvCxnSpPr>
          <p:nvPr/>
        </p:nvCxnSpPr>
        <p:spPr>
          <a:xfrm>
            <a:off x="12509916" y="13980795"/>
            <a:ext cx="853659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连接符: 肘形 267">
            <a:extLst>
              <a:ext uri="{FF2B5EF4-FFF2-40B4-BE49-F238E27FC236}">
                <a16:creationId xmlns:a16="http://schemas.microsoft.com/office/drawing/2014/main" id="{4B32656F-D3E9-3F3F-12C9-4759CD555624}"/>
              </a:ext>
            </a:extLst>
          </p:cNvPr>
          <p:cNvCxnSpPr>
            <a:endCxn id="69" idx="0"/>
          </p:cNvCxnSpPr>
          <p:nvPr/>
        </p:nvCxnSpPr>
        <p:spPr>
          <a:xfrm rot="5400000">
            <a:off x="12416508" y="14535432"/>
            <a:ext cx="1499165" cy="39878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连接符: 肘形 269">
            <a:extLst>
              <a:ext uri="{FF2B5EF4-FFF2-40B4-BE49-F238E27FC236}">
                <a16:creationId xmlns:a16="http://schemas.microsoft.com/office/drawing/2014/main" id="{3667A89D-D170-887B-5AB0-76740E93C8B1}"/>
              </a:ext>
            </a:extLst>
          </p:cNvPr>
          <p:cNvCxnSpPr>
            <a:endCxn id="70" idx="0"/>
          </p:cNvCxnSpPr>
          <p:nvPr/>
        </p:nvCxnSpPr>
        <p:spPr>
          <a:xfrm rot="16200000" flipH="1">
            <a:off x="13133423" y="14222377"/>
            <a:ext cx="1499165" cy="102489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连接符: 肘形 271">
            <a:extLst>
              <a:ext uri="{FF2B5EF4-FFF2-40B4-BE49-F238E27FC236}">
                <a16:creationId xmlns:a16="http://schemas.microsoft.com/office/drawing/2014/main" id="{9E8EA5C7-1AC2-8F67-6726-BDCC8AB02A8B}"/>
              </a:ext>
            </a:extLst>
          </p:cNvPr>
          <p:cNvCxnSpPr>
            <a:cxnSpLocks/>
            <a:stCxn id="68" idx="2"/>
          </p:cNvCxnSpPr>
          <p:nvPr/>
        </p:nvCxnSpPr>
        <p:spPr>
          <a:xfrm rot="16200000" flipH="1">
            <a:off x="11195524" y="16462207"/>
            <a:ext cx="1472255" cy="78740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连接符: 肘形 273">
            <a:extLst>
              <a:ext uri="{FF2B5EF4-FFF2-40B4-BE49-F238E27FC236}">
                <a16:creationId xmlns:a16="http://schemas.microsoft.com/office/drawing/2014/main" id="{975BDB2E-0AB1-82A1-900A-739800ADB1D0}"/>
              </a:ext>
            </a:extLst>
          </p:cNvPr>
          <p:cNvCxnSpPr>
            <a:stCxn id="69" idx="2"/>
            <a:endCxn id="71" idx="0"/>
          </p:cNvCxnSpPr>
          <p:nvPr/>
        </p:nvCxnSpPr>
        <p:spPr>
          <a:xfrm rot="5400000">
            <a:off x="12227399" y="16852732"/>
            <a:ext cx="1472253" cy="635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连接符: 肘形 275">
            <a:extLst>
              <a:ext uri="{FF2B5EF4-FFF2-40B4-BE49-F238E27FC236}">
                <a16:creationId xmlns:a16="http://schemas.microsoft.com/office/drawing/2014/main" id="{9DC78A91-CDDC-FF5F-5D33-17F90BDEDD5E}"/>
              </a:ext>
            </a:extLst>
          </p:cNvPr>
          <p:cNvCxnSpPr>
            <a:stCxn id="70" idx="2"/>
            <a:endCxn id="71" idx="0"/>
          </p:cNvCxnSpPr>
          <p:nvPr/>
        </p:nvCxnSpPr>
        <p:spPr>
          <a:xfrm rot="5400000">
            <a:off x="12941774" y="16138357"/>
            <a:ext cx="1472253" cy="14351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接箭头连接符 278">
            <a:extLst>
              <a:ext uri="{FF2B5EF4-FFF2-40B4-BE49-F238E27FC236}">
                <a16:creationId xmlns:a16="http://schemas.microsoft.com/office/drawing/2014/main" id="{D58EA434-5215-DAE7-35B0-E71A507B1578}"/>
              </a:ext>
            </a:extLst>
          </p:cNvPr>
          <p:cNvCxnSpPr>
            <a:stCxn id="71" idx="2"/>
            <a:endCxn id="72" idx="0"/>
          </p:cNvCxnSpPr>
          <p:nvPr/>
        </p:nvCxnSpPr>
        <p:spPr>
          <a:xfrm>
            <a:off x="12960350" y="18542000"/>
            <a:ext cx="6350" cy="817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:a16="http://schemas.microsoft.com/office/drawing/2014/main" id="{90BAAFC3-1ED8-0C0D-B73F-0C63ED5B6B7E}"/>
              </a:ext>
            </a:extLst>
          </p:cNvPr>
          <p:cNvCxnSpPr/>
          <p:nvPr/>
        </p:nvCxnSpPr>
        <p:spPr>
          <a:xfrm>
            <a:off x="12972168" y="20135582"/>
            <a:ext cx="0" cy="8826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接连接符 282">
            <a:extLst>
              <a:ext uri="{FF2B5EF4-FFF2-40B4-BE49-F238E27FC236}">
                <a16:creationId xmlns:a16="http://schemas.microsoft.com/office/drawing/2014/main" id="{B5668C0D-C06C-7202-82AA-6A27E62004A2}"/>
              </a:ext>
            </a:extLst>
          </p:cNvPr>
          <p:cNvCxnSpPr>
            <a:cxnSpLocks/>
            <a:stCxn id="71" idx="3"/>
          </p:cNvCxnSpPr>
          <p:nvPr/>
        </p:nvCxnSpPr>
        <p:spPr>
          <a:xfrm flipV="1">
            <a:off x="14084300" y="14341033"/>
            <a:ext cx="1888209" cy="3725984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0BCCCD79-F0E2-C099-1FE6-97129464121C}"/>
              </a:ext>
            </a:extLst>
          </p:cNvPr>
          <p:cNvCxnSpPr>
            <a:cxnSpLocks/>
          </p:cNvCxnSpPr>
          <p:nvPr/>
        </p:nvCxnSpPr>
        <p:spPr>
          <a:xfrm>
            <a:off x="14082535" y="18079240"/>
            <a:ext cx="1889974" cy="2886495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0907D0E8-D511-708A-19A9-F60EEB3B99E2}"/>
              </a:ext>
            </a:extLst>
          </p:cNvPr>
          <p:cNvCxnSpPr>
            <a:cxnSpLocks/>
          </p:cNvCxnSpPr>
          <p:nvPr/>
        </p:nvCxnSpPr>
        <p:spPr>
          <a:xfrm>
            <a:off x="17317593" y="13889099"/>
            <a:ext cx="0" cy="17286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9E3C1FA1-C736-E6FA-C3E2-A1C00BE9128A}"/>
              </a:ext>
            </a:extLst>
          </p:cNvPr>
          <p:cNvCxnSpPr>
            <a:cxnSpLocks/>
            <a:stCxn id="83" idx="0"/>
            <a:endCxn id="85" idx="0"/>
          </p:cNvCxnSpPr>
          <p:nvPr/>
        </p:nvCxnSpPr>
        <p:spPr>
          <a:xfrm>
            <a:off x="17316903" y="16167473"/>
            <a:ext cx="0" cy="2536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箭头连接符 294">
            <a:extLst>
              <a:ext uri="{FF2B5EF4-FFF2-40B4-BE49-F238E27FC236}">
                <a16:creationId xmlns:a16="http://schemas.microsoft.com/office/drawing/2014/main" id="{14C725BA-6FC1-B29A-BC36-B9CFD2BF3C0F}"/>
              </a:ext>
            </a:extLst>
          </p:cNvPr>
          <p:cNvCxnSpPr>
            <a:stCxn id="85" idx="2"/>
            <a:endCxn id="84" idx="0"/>
          </p:cNvCxnSpPr>
          <p:nvPr/>
        </p:nvCxnSpPr>
        <p:spPr>
          <a:xfrm>
            <a:off x="17316903" y="16859250"/>
            <a:ext cx="0" cy="261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箭头连接符 296">
            <a:extLst>
              <a:ext uri="{FF2B5EF4-FFF2-40B4-BE49-F238E27FC236}">
                <a16:creationId xmlns:a16="http://schemas.microsoft.com/office/drawing/2014/main" id="{46E9F72D-1F5B-7F3D-0E8E-EAD010CEECE7}"/>
              </a:ext>
            </a:extLst>
          </p:cNvPr>
          <p:cNvCxnSpPr>
            <a:stCxn id="84" idx="2"/>
            <a:endCxn id="80" idx="0"/>
          </p:cNvCxnSpPr>
          <p:nvPr/>
        </p:nvCxnSpPr>
        <p:spPr>
          <a:xfrm>
            <a:off x="17339922" y="17679204"/>
            <a:ext cx="4921" cy="202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连接符: 肘形 298">
            <a:extLst>
              <a:ext uri="{FF2B5EF4-FFF2-40B4-BE49-F238E27FC236}">
                <a16:creationId xmlns:a16="http://schemas.microsoft.com/office/drawing/2014/main" id="{9383A297-7229-696D-877A-B68106026A41}"/>
              </a:ext>
            </a:extLst>
          </p:cNvPr>
          <p:cNvCxnSpPr>
            <a:stCxn id="80" idx="4"/>
            <a:endCxn id="86" idx="2"/>
          </p:cNvCxnSpPr>
          <p:nvPr/>
        </p:nvCxnSpPr>
        <p:spPr>
          <a:xfrm rot="16200000" flipH="1">
            <a:off x="16523430" y="19084709"/>
            <a:ext cx="2402739" cy="75991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连接符: 肘形 300">
            <a:extLst>
              <a:ext uri="{FF2B5EF4-FFF2-40B4-BE49-F238E27FC236}">
                <a16:creationId xmlns:a16="http://schemas.microsoft.com/office/drawing/2014/main" id="{4A0D657F-DCA1-09F1-AFA4-3DAA65952425}"/>
              </a:ext>
            </a:extLst>
          </p:cNvPr>
          <p:cNvCxnSpPr>
            <a:stCxn id="79" idx="2"/>
            <a:endCxn id="86" idx="6"/>
          </p:cNvCxnSpPr>
          <p:nvPr/>
        </p:nvCxnSpPr>
        <p:spPr>
          <a:xfrm rot="5400000">
            <a:off x="18589915" y="19398226"/>
            <a:ext cx="1502651" cy="103296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51CE1A66-819F-C2E5-646A-1ED4661E1F40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 flipH="1">
            <a:off x="19857724" y="17840180"/>
            <a:ext cx="1" cy="3507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3AAE0996-E9A4-919D-217F-DE276491BBB6}"/>
              </a:ext>
            </a:extLst>
          </p:cNvPr>
          <p:cNvCxnSpPr>
            <a:stCxn id="77" idx="2"/>
            <a:endCxn id="78" idx="0"/>
          </p:cNvCxnSpPr>
          <p:nvPr/>
        </p:nvCxnSpPr>
        <p:spPr>
          <a:xfrm flipH="1">
            <a:off x="19857725" y="16475191"/>
            <a:ext cx="1" cy="3925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BA8A6645-3029-0628-C42D-9BD08C2B3E08}"/>
              </a:ext>
            </a:extLst>
          </p:cNvPr>
          <p:cNvCxnSpPr>
            <a:stCxn id="76" idx="2"/>
            <a:endCxn id="77" idx="0"/>
          </p:cNvCxnSpPr>
          <p:nvPr/>
        </p:nvCxnSpPr>
        <p:spPr>
          <a:xfrm flipH="1">
            <a:off x="19857726" y="15136986"/>
            <a:ext cx="1" cy="3657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9AACF048-7EF8-6880-3BF5-A7AEE7A7EB59}"/>
              </a:ext>
            </a:extLst>
          </p:cNvPr>
          <p:cNvCxnSpPr>
            <a:cxnSpLocks/>
          </p:cNvCxnSpPr>
          <p:nvPr/>
        </p:nvCxnSpPr>
        <p:spPr>
          <a:xfrm>
            <a:off x="19859625" y="12435873"/>
            <a:ext cx="0" cy="17286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FC1AF8CA-1242-7681-49EB-160EA8CB9DB2}"/>
              </a:ext>
            </a:extLst>
          </p:cNvPr>
          <p:cNvCxnSpPr/>
          <p:nvPr/>
        </p:nvCxnSpPr>
        <p:spPr>
          <a:xfrm>
            <a:off x="18455003" y="21036541"/>
            <a:ext cx="6350" cy="817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箭头连接符 312">
            <a:extLst>
              <a:ext uri="{FF2B5EF4-FFF2-40B4-BE49-F238E27FC236}">
                <a16:creationId xmlns:a16="http://schemas.microsoft.com/office/drawing/2014/main" id="{548BFD1C-3C6B-DD5F-F51E-06F5C5E3290C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1280160" y="22664248"/>
            <a:ext cx="815340" cy="26747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EE6BCA6E-2533-15BE-8645-AFD4F4750752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200150" y="24321598"/>
            <a:ext cx="895350" cy="1068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箭头连接符 317">
            <a:extLst>
              <a:ext uri="{FF2B5EF4-FFF2-40B4-BE49-F238E27FC236}">
                <a16:creationId xmlns:a16="http://schemas.microsoft.com/office/drawing/2014/main" id="{E066DAF6-F199-44BC-6A52-403CF07EB5C7}"/>
              </a:ext>
            </a:extLst>
          </p:cNvPr>
          <p:cNvCxnSpPr>
            <a:cxnSpLocks/>
            <a:endCxn id="92" idx="1"/>
          </p:cNvCxnSpPr>
          <p:nvPr/>
        </p:nvCxnSpPr>
        <p:spPr>
          <a:xfrm flipV="1">
            <a:off x="1200150" y="25262393"/>
            <a:ext cx="895350" cy="969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78B3C380-1DB8-7842-92C5-D4608E5D64DE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1200150" y="25349200"/>
            <a:ext cx="895350" cy="85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64087064-4901-38E5-FF41-98B86BB5F5F8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1198509" y="25547603"/>
            <a:ext cx="985157" cy="23312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矩形 310">
            <a:extLst>
              <a:ext uri="{FF2B5EF4-FFF2-40B4-BE49-F238E27FC236}">
                <a16:creationId xmlns:a16="http://schemas.microsoft.com/office/drawing/2014/main" id="{F6ACDE91-AABF-4F9F-4CAA-1936CBA98B63}"/>
              </a:ext>
            </a:extLst>
          </p:cNvPr>
          <p:cNvSpPr/>
          <p:nvPr/>
        </p:nvSpPr>
        <p:spPr>
          <a:xfrm rot="20939540">
            <a:off x="67983" y="24632705"/>
            <a:ext cx="1289565" cy="795856"/>
          </a:xfrm>
          <a:prstGeom prst="rect">
            <a:avLst/>
          </a:prstGeom>
          <a:solidFill>
            <a:schemeClr val="bg1"/>
          </a:solidFill>
          <a:ln>
            <a:solidFill>
              <a:srgbClr val="919191"/>
            </a:solidFill>
          </a:ln>
          <a:scene3d>
            <a:camera prst="isometricTopUp">
              <a:rot lat="20727786" lon="17181616" rev="4695143"/>
            </a:camera>
            <a:lightRig rig="threePt" dir="t">
              <a:rot lat="0" lon="0" rev="16200000"/>
            </a:lightRig>
          </a:scene3d>
          <a:sp3d extrusionH="730250" contourW="12700" prstMaterial="flat">
            <a:extrusionClr>
              <a:srgbClr val="C1C1C1"/>
            </a:extrusionClr>
            <a:contourClr>
              <a:srgbClr val="91919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9" name="直接箭头连接符 328">
            <a:extLst>
              <a:ext uri="{FF2B5EF4-FFF2-40B4-BE49-F238E27FC236}">
                <a16:creationId xmlns:a16="http://schemas.microsoft.com/office/drawing/2014/main" id="{B600FBD8-124A-0465-F691-688741D32CBE}"/>
              </a:ext>
            </a:extLst>
          </p:cNvPr>
          <p:cNvCxnSpPr>
            <a:stCxn id="91" idx="3"/>
            <a:endCxn id="97" idx="1"/>
          </p:cNvCxnSpPr>
          <p:nvPr/>
        </p:nvCxnSpPr>
        <p:spPr>
          <a:xfrm>
            <a:off x="3276600" y="24321598"/>
            <a:ext cx="37623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箭头连接符 330">
            <a:extLst>
              <a:ext uri="{FF2B5EF4-FFF2-40B4-BE49-F238E27FC236}">
                <a16:creationId xmlns:a16="http://schemas.microsoft.com/office/drawing/2014/main" id="{3B096DB4-4468-DA5E-1CD3-409F2A95D5D7}"/>
              </a:ext>
            </a:extLst>
          </p:cNvPr>
          <p:cNvCxnSpPr>
            <a:endCxn id="98" idx="1"/>
          </p:cNvCxnSpPr>
          <p:nvPr/>
        </p:nvCxnSpPr>
        <p:spPr>
          <a:xfrm>
            <a:off x="3299460" y="25260300"/>
            <a:ext cx="353377" cy="20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C9B82DC8-EE81-DA5D-7823-7D37997FD8AD}"/>
              </a:ext>
            </a:extLst>
          </p:cNvPr>
          <p:cNvCxnSpPr>
            <a:stCxn id="93" idx="3"/>
            <a:endCxn id="99" idx="1"/>
          </p:cNvCxnSpPr>
          <p:nvPr/>
        </p:nvCxnSpPr>
        <p:spPr>
          <a:xfrm>
            <a:off x="3276600" y="26203188"/>
            <a:ext cx="376237" cy="52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6DE70E99-EBA0-0F28-10D6-7D19E31967CB}"/>
              </a:ext>
            </a:extLst>
          </p:cNvPr>
          <p:cNvCxnSpPr>
            <a:stCxn id="97" idx="3"/>
            <a:endCxn id="94" idx="1"/>
          </p:cNvCxnSpPr>
          <p:nvPr/>
        </p:nvCxnSpPr>
        <p:spPr>
          <a:xfrm>
            <a:off x="4833937" y="24321598"/>
            <a:ext cx="3762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箭头连接符 336">
            <a:extLst>
              <a:ext uri="{FF2B5EF4-FFF2-40B4-BE49-F238E27FC236}">
                <a16:creationId xmlns:a16="http://schemas.microsoft.com/office/drawing/2014/main" id="{168FF7DE-162B-466F-AD3A-5253A38F4A38}"/>
              </a:ext>
            </a:extLst>
          </p:cNvPr>
          <p:cNvCxnSpPr>
            <a:stCxn id="98" idx="3"/>
            <a:endCxn id="95" idx="1"/>
          </p:cNvCxnSpPr>
          <p:nvPr/>
        </p:nvCxnSpPr>
        <p:spPr>
          <a:xfrm>
            <a:off x="4833937" y="25262393"/>
            <a:ext cx="3762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箭头连接符 338">
            <a:extLst>
              <a:ext uri="{FF2B5EF4-FFF2-40B4-BE49-F238E27FC236}">
                <a16:creationId xmlns:a16="http://schemas.microsoft.com/office/drawing/2014/main" id="{B76D1FA9-078F-D3B3-76D2-312555F3F19F}"/>
              </a:ext>
            </a:extLst>
          </p:cNvPr>
          <p:cNvCxnSpPr>
            <a:stCxn id="99" idx="3"/>
            <a:endCxn id="96" idx="1"/>
          </p:cNvCxnSpPr>
          <p:nvPr/>
        </p:nvCxnSpPr>
        <p:spPr>
          <a:xfrm flipV="1">
            <a:off x="4833937" y="26203188"/>
            <a:ext cx="376238" cy="52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箭头连接符 340">
            <a:extLst>
              <a:ext uri="{FF2B5EF4-FFF2-40B4-BE49-F238E27FC236}">
                <a16:creationId xmlns:a16="http://schemas.microsoft.com/office/drawing/2014/main" id="{CFD0FFBF-399A-FEC8-F5D5-673B8F2DDC60}"/>
              </a:ext>
            </a:extLst>
          </p:cNvPr>
          <p:cNvCxnSpPr>
            <a:stCxn id="94" idx="3"/>
            <a:endCxn id="87" idx="1"/>
          </p:cNvCxnSpPr>
          <p:nvPr/>
        </p:nvCxnSpPr>
        <p:spPr>
          <a:xfrm flipV="1">
            <a:off x="6391275" y="24318775"/>
            <a:ext cx="492125" cy="2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箭头连接符 342">
            <a:extLst>
              <a:ext uri="{FF2B5EF4-FFF2-40B4-BE49-F238E27FC236}">
                <a16:creationId xmlns:a16="http://schemas.microsoft.com/office/drawing/2014/main" id="{1F42CAE7-88C7-6AA4-CC81-653EC4B1F8B2}"/>
              </a:ext>
            </a:extLst>
          </p:cNvPr>
          <p:cNvCxnSpPr>
            <a:stCxn id="95" idx="3"/>
            <a:endCxn id="88" idx="1"/>
          </p:cNvCxnSpPr>
          <p:nvPr/>
        </p:nvCxnSpPr>
        <p:spPr>
          <a:xfrm>
            <a:off x="6391275" y="25262393"/>
            <a:ext cx="479425" cy="96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44E88BA7-6212-D81D-EEF4-8CAFC8DD98C6}"/>
              </a:ext>
            </a:extLst>
          </p:cNvPr>
          <p:cNvCxnSpPr>
            <a:stCxn id="96" idx="3"/>
            <a:endCxn id="89" idx="1"/>
          </p:cNvCxnSpPr>
          <p:nvPr/>
        </p:nvCxnSpPr>
        <p:spPr>
          <a:xfrm>
            <a:off x="6391275" y="26203188"/>
            <a:ext cx="479425" cy="75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FD92247B-C599-3B39-C7B7-135866FA39B4}"/>
              </a:ext>
            </a:extLst>
          </p:cNvPr>
          <p:cNvCxnSpPr>
            <a:stCxn id="107" idx="2"/>
            <a:endCxn id="108" idx="0"/>
          </p:cNvCxnSpPr>
          <p:nvPr/>
        </p:nvCxnSpPr>
        <p:spPr>
          <a:xfrm>
            <a:off x="9985519" y="24585020"/>
            <a:ext cx="0" cy="3655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箭头连接符 352">
            <a:extLst>
              <a:ext uri="{FF2B5EF4-FFF2-40B4-BE49-F238E27FC236}">
                <a16:creationId xmlns:a16="http://schemas.microsoft.com/office/drawing/2014/main" id="{BDCBCDDE-125C-EFD3-076D-B559EE86C1E0}"/>
              </a:ext>
            </a:extLst>
          </p:cNvPr>
          <p:cNvCxnSpPr>
            <a:cxnSpLocks/>
            <a:stCxn id="108" idx="3"/>
            <a:endCxn id="105" idx="5"/>
          </p:cNvCxnSpPr>
          <p:nvPr/>
        </p:nvCxnSpPr>
        <p:spPr>
          <a:xfrm>
            <a:off x="10576069" y="25223625"/>
            <a:ext cx="6554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连接符: 肘形 355">
            <a:extLst>
              <a:ext uri="{FF2B5EF4-FFF2-40B4-BE49-F238E27FC236}">
                <a16:creationId xmlns:a16="http://schemas.microsoft.com/office/drawing/2014/main" id="{8615906C-9FB2-FAC0-8E31-D281066970BE}"/>
              </a:ext>
            </a:extLst>
          </p:cNvPr>
          <p:cNvCxnSpPr>
            <a:cxnSpLocks/>
            <a:endCxn id="106" idx="5"/>
          </p:cNvCxnSpPr>
          <p:nvPr/>
        </p:nvCxnSpPr>
        <p:spPr>
          <a:xfrm rot="16200000" flipH="1">
            <a:off x="10581190" y="25539033"/>
            <a:ext cx="965693" cy="33487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连接符: 肘形 360">
            <a:extLst>
              <a:ext uri="{FF2B5EF4-FFF2-40B4-BE49-F238E27FC236}">
                <a16:creationId xmlns:a16="http://schemas.microsoft.com/office/drawing/2014/main" id="{EAF80289-1A2A-8B26-6664-3B164C92CFB0}"/>
              </a:ext>
            </a:extLst>
          </p:cNvPr>
          <p:cNvCxnSpPr>
            <a:endCxn id="104" idx="5"/>
          </p:cNvCxnSpPr>
          <p:nvPr/>
        </p:nvCxnSpPr>
        <p:spPr>
          <a:xfrm rot="5400000" flipH="1" flipV="1">
            <a:off x="10519642" y="24511794"/>
            <a:ext cx="1088789" cy="33487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4448D0F9-CE23-2F46-78DF-BCCBEEF7977C}"/>
              </a:ext>
            </a:extLst>
          </p:cNvPr>
          <p:cNvCxnSpPr>
            <a:endCxn id="107" idx="1"/>
          </p:cNvCxnSpPr>
          <p:nvPr/>
        </p:nvCxnSpPr>
        <p:spPr>
          <a:xfrm>
            <a:off x="9075420" y="24307800"/>
            <a:ext cx="319549" cy="41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箭头连接符 364">
            <a:extLst>
              <a:ext uri="{FF2B5EF4-FFF2-40B4-BE49-F238E27FC236}">
                <a16:creationId xmlns:a16="http://schemas.microsoft.com/office/drawing/2014/main" id="{7AE0441E-D017-0818-378E-6CC996ACF7FE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8349615" y="24287966"/>
            <a:ext cx="1974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接连接符 369">
            <a:extLst>
              <a:ext uri="{FF2B5EF4-FFF2-40B4-BE49-F238E27FC236}">
                <a16:creationId xmlns:a16="http://schemas.microsoft.com/office/drawing/2014/main" id="{D7BE300F-530E-3407-25E1-5582CFBE1A4E}"/>
              </a:ext>
            </a:extLst>
          </p:cNvPr>
          <p:cNvCxnSpPr>
            <a:cxnSpLocks/>
          </p:cNvCxnSpPr>
          <p:nvPr/>
        </p:nvCxnSpPr>
        <p:spPr>
          <a:xfrm>
            <a:off x="7261677" y="23561040"/>
            <a:ext cx="0" cy="2387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连接符: 肘形 372">
            <a:extLst>
              <a:ext uri="{FF2B5EF4-FFF2-40B4-BE49-F238E27FC236}">
                <a16:creationId xmlns:a16="http://schemas.microsoft.com/office/drawing/2014/main" id="{1EE1686A-8A3A-F97F-7C05-7FB2C8BF8F01}"/>
              </a:ext>
            </a:extLst>
          </p:cNvPr>
          <p:cNvCxnSpPr>
            <a:endCxn id="113" idx="0"/>
          </p:cNvCxnSpPr>
          <p:nvPr/>
        </p:nvCxnSpPr>
        <p:spPr>
          <a:xfrm>
            <a:off x="7259320" y="23561040"/>
            <a:ext cx="5433065" cy="377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5E9C64D7-8F41-ABAE-E0B0-801D164E56AC}"/>
              </a:ext>
            </a:extLst>
          </p:cNvPr>
          <p:cNvCxnSpPr>
            <a:endCxn id="109" idx="2"/>
          </p:cNvCxnSpPr>
          <p:nvPr/>
        </p:nvCxnSpPr>
        <p:spPr>
          <a:xfrm flipV="1">
            <a:off x="7381240" y="24288750"/>
            <a:ext cx="452120" cy="882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直接箭头连接符 376">
            <a:extLst>
              <a:ext uri="{FF2B5EF4-FFF2-40B4-BE49-F238E27FC236}">
                <a16:creationId xmlns:a16="http://schemas.microsoft.com/office/drawing/2014/main" id="{1E47CAD0-32E3-12AD-57DE-2950C2FBF77D}"/>
              </a:ext>
            </a:extLst>
          </p:cNvPr>
          <p:cNvCxnSpPr>
            <a:endCxn id="109" idx="2"/>
          </p:cNvCxnSpPr>
          <p:nvPr/>
        </p:nvCxnSpPr>
        <p:spPr>
          <a:xfrm>
            <a:off x="7371080" y="24277320"/>
            <a:ext cx="462280" cy="11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8D4D06FF-B6B9-186E-C81F-30DB6FEA3DCE}"/>
              </a:ext>
            </a:extLst>
          </p:cNvPr>
          <p:cNvCxnSpPr>
            <a:cxnSpLocks/>
          </p:cNvCxnSpPr>
          <p:nvPr/>
        </p:nvCxnSpPr>
        <p:spPr>
          <a:xfrm flipV="1">
            <a:off x="7409542" y="24302720"/>
            <a:ext cx="428170" cy="1844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直接箭头连接符 381">
            <a:extLst>
              <a:ext uri="{FF2B5EF4-FFF2-40B4-BE49-F238E27FC236}">
                <a16:creationId xmlns:a16="http://schemas.microsoft.com/office/drawing/2014/main" id="{002C4864-A845-7064-A181-181226221100}"/>
              </a:ext>
            </a:extLst>
          </p:cNvPr>
          <p:cNvCxnSpPr/>
          <p:nvPr/>
        </p:nvCxnSpPr>
        <p:spPr>
          <a:xfrm>
            <a:off x="12054681" y="24185880"/>
            <a:ext cx="3553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接箭头连接符 382">
            <a:extLst>
              <a:ext uri="{FF2B5EF4-FFF2-40B4-BE49-F238E27FC236}">
                <a16:creationId xmlns:a16="http://schemas.microsoft.com/office/drawing/2014/main" id="{D037AFD4-5923-1768-76D6-E57A7031470A}"/>
              </a:ext>
            </a:extLst>
          </p:cNvPr>
          <p:cNvCxnSpPr/>
          <p:nvPr/>
        </p:nvCxnSpPr>
        <p:spPr>
          <a:xfrm>
            <a:off x="12100401" y="25232360"/>
            <a:ext cx="3553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直接箭头连接符 383">
            <a:extLst>
              <a:ext uri="{FF2B5EF4-FFF2-40B4-BE49-F238E27FC236}">
                <a16:creationId xmlns:a16="http://schemas.microsoft.com/office/drawing/2014/main" id="{D3D1D72E-87A1-0C50-1A09-543AD56E2B0F}"/>
              </a:ext>
            </a:extLst>
          </p:cNvPr>
          <p:cNvCxnSpPr/>
          <p:nvPr/>
        </p:nvCxnSpPr>
        <p:spPr>
          <a:xfrm>
            <a:off x="12111831" y="26238200"/>
            <a:ext cx="3553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连接符: 肘形 385">
            <a:extLst>
              <a:ext uri="{FF2B5EF4-FFF2-40B4-BE49-F238E27FC236}">
                <a16:creationId xmlns:a16="http://schemas.microsoft.com/office/drawing/2014/main" id="{9EE41881-4956-077F-542C-0F05499EEDA5}"/>
              </a:ext>
            </a:extLst>
          </p:cNvPr>
          <p:cNvCxnSpPr>
            <a:endCxn id="117" idx="4"/>
          </p:cNvCxnSpPr>
          <p:nvPr/>
        </p:nvCxnSpPr>
        <p:spPr>
          <a:xfrm flipV="1">
            <a:off x="7400544" y="25427940"/>
            <a:ext cx="5291841" cy="14478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直接箭头连接符 387">
            <a:extLst>
              <a:ext uri="{FF2B5EF4-FFF2-40B4-BE49-F238E27FC236}">
                <a16:creationId xmlns:a16="http://schemas.microsoft.com/office/drawing/2014/main" id="{20399FC3-1239-93E4-BAF6-8E9A5B3C22CC}"/>
              </a:ext>
            </a:extLst>
          </p:cNvPr>
          <p:cNvCxnSpPr>
            <a:stCxn id="121" idx="6"/>
            <a:endCxn id="125" idx="4"/>
          </p:cNvCxnSpPr>
          <p:nvPr/>
        </p:nvCxnSpPr>
        <p:spPr>
          <a:xfrm flipV="1">
            <a:off x="12931785" y="25427940"/>
            <a:ext cx="446400" cy="81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箭头连接符 389">
            <a:extLst>
              <a:ext uri="{FF2B5EF4-FFF2-40B4-BE49-F238E27FC236}">
                <a16:creationId xmlns:a16="http://schemas.microsoft.com/office/drawing/2014/main" id="{1B35EE64-CF58-0D21-0E74-7598F6AFE921}"/>
              </a:ext>
            </a:extLst>
          </p:cNvPr>
          <p:cNvCxnSpPr>
            <a:endCxn id="125" idx="2"/>
          </p:cNvCxnSpPr>
          <p:nvPr/>
        </p:nvCxnSpPr>
        <p:spPr>
          <a:xfrm>
            <a:off x="12961256" y="25182576"/>
            <a:ext cx="177529" cy="53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直接箭头连接符 391">
            <a:extLst>
              <a:ext uri="{FF2B5EF4-FFF2-40B4-BE49-F238E27FC236}">
                <a16:creationId xmlns:a16="http://schemas.microsoft.com/office/drawing/2014/main" id="{46B9DF10-09EF-A1BD-3435-F7F1042A3571}"/>
              </a:ext>
            </a:extLst>
          </p:cNvPr>
          <p:cNvCxnSpPr>
            <a:endCxn id="125" idx="0"/>
          </p:cNvCxnSpPr>
          <p:nvPr/>
        </p:nvCxnSpPr>
        <p:spPr>
          <a:xfrm>
            <a:off x="12961256" y="24182832"/>
            <a:ext cx="416929" cy="7650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接箭头连接符 393">
            <a:extLst>
              <a:ext uri="{FF2B5EF4-FFF2-40B4-BE49-F238E27FC236}">
                <a16:creationId xmlns:a16="http://schemas.microsoft.com/office/drawing/2014/main" id="{6079477B-3810-4160-6114-C64060F0AB6C}"/>
              </a:ext>
            </a:extLst>
          </p:cNvPr>
          <p:cNvCxnSpPr/>
          <p:nvPr/>
        </p:nvCxnSpPr>
        <p:spPr>
          <a:xfrm>
            <a:off x="13608050" y="25182576"/>
            <a:ext cx="3692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箭头连接符 395">
            <a:extLst>
              <a:ext uri="{FF2B5EF4-FFF2-40B4-BE49-F238E27FC236}">
                <a16:creationId xmlns:a16="http://schemas.microsoft.com/office/drawing/2014/main" id="{0A7D10DD-55BB-E488-A7D9-AB9C4624B21B}"/>
              </a:ext>
            </a:extLst>
          </p:cNvPr>
          <p:cNvCxnSpPr>
            <a:stCxn id="101" idx="3"/>
            <a:endCxn id="137" idx="1"/>
          </p:cNvCxnSpPr>
          <p:nvPr/>
        </p:nvCxnSpPr>
        <p:spPr>
          <a:xfrm flipV="1">
            <a:off x="3276600" y="22656534"/>
            <a:ext cx="10753725" cy="7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5BE11D54-2B7A-5E07-6F28-75A1EBCEBECB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14465808" y="22643624"/>
            <a:ext cx="52427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直接箭头连接符 400">
            <a:extLst>
              <a:ext uri="{FF2B5EF4-FFF2-40B4-BE49-F238E27FC236}">
                <a16:creationId xmlns:a16="http://schemas.microsoft.com/office/drawing/2014/main" id="{7CE71532-7BFE-B1E4-E13C-4620A2EE3AB6}"/>
              </a:ext>
            </a:extLst>
          </p:cNvPr>
          <p:cNvCxnSpPr>
            <a:stCxn id="135" idx="6"/>
            <a:endCxn id="139" idx="1"/>
          </p:cNvCxnSpPr>
          <p:nvPr/>
        </p:nvCxnSpPr>
        <p:spPr>
          <a:xfrm>
            <a:off x="15710081" y="22643624"/>
            <a:ext cx="405330" cy="27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直接箭头连接符 402">
            <a:extLst>
              <a:ext uri="{FF2B5EF4-FFF2-40B4-BE49-F238E27FC236}">
                <a16:creationId xmlns:a16="http://schemas.microsoft.com/office/drawing/2014/main" id="{E3D86342-9F02-954A-2E10-4C9915942338}"/>
              </a:ext>
            </a:extLst>
          </p:cNvPr>
          <p:cNvCxnSpPr>
            <a:cxnSpLocks/>
            <a:endCxn id="129" idx="0"/>
          </p:cNvCxnSpPr>
          <p:nvPr/>
        </p:nvCxnSpPr>
        <p:spPr>
          <a:xfrm>
            <a:off x="15689585" y="24592280"/>
            <a:ext cx="0" cy="4073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直接箭头连接符 406">
            <a:extLst>
              <a:ext uri="{FF2B5EF4-FFF2-40B4-BE49-F238E27FC236}">
                <a16:creationId xmlns:a16="http://schemas.microsoft.com/office/drawing/2014/main" id="{D084CD72-950D-D55E-C833-1052D67B30BD}"/>
              </a:ext>
            </a:extLst>
          </p:cNvPr>
          <p:cNvCxnSpPr>
            <a:stCxn id="129" idx="4"/>
          </p:cNvCxnSpPr>
          <p:nvPr/>
        </p:nvCxnSpPr>
        <p:spPr>
          <a:xfrm>
            <a:off x="15689585" y="25479690"/>
            <a:ext cx="7615" cy="565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接箭头连接符 408">
            <a:extLst>
              <a:ext uri="{FF2B5EF4-FFF2-40B4-BE49-F238E27FC236}">
                <a16:creationId xmlns:a16="http://schemas.microsoft.com/office/drawing/2014/main" id="{2B2F901D-20C4-5016-A926-5FEF27A0B141}"/>
              </a:ext>
            </a:extLst>
          </p:cNvPr>
          <p:cNvCxnSpPr/>
          <p:nvPr/>
        </p:nvCxnSpPr>
        <p:spPr>
          <a:xfrm flipH="1">
            <a:off x="15972509" y="25232360"/>
            <a:ext cx="305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箭头连接符 410">
            <a:extLst>
              <a:ext uri="{FF2B5EF4-FFF2-40B4-BE49-F238E27FC236}">
                <a16:creationId xmlns:a16="http://schemas.microsoft.com/office/drawing/2014/main" id="{4F1CC3E3-B970-0880-ED48-5856541FCFD1}"/>
              </a:ext>
            </a:extLst>
          </p:cNvPr>
          <p:cNvCxnSpPr/>
          <p:nvPr/>
        </p:nvCxnSpPr>
        <p:spPr>
          <a:xfrm flipH="1">
            <a:off x="17383760" y="25283160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直接箭头连接符 414">
            <a:extLst>
              <a:ext uri="{FF2B5EF4-FFF2-40B4-BE49-F238E27FC236}">
                <a16:creationId xmlns:a16="http://schemas.microsoft.com/office/drawing/2014/main" id="{41677B1C-9D1E-DD74-1777-AA1F69879943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16413480" y="24080383"/>
            <a:ext cx="6743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矩形: 圆角 416">
            <a:extLst>
              <a:ext uri="{FF2B5EF4-FFF2-40B4-BE49-F238E27FC236}">
                <a16:creationId xmlns:a16="http://schemas.microsoft.com/office/drawing/2014/main" id="{9926F746-49DD-D64A-C9B2-9001C6AEAAF7}"/>
              </a:ext>
            </a:extLst>
          </p:cNvPr>
          <p:cNvSpPr/>
          <p:nvPr/>
        </p:nvSpPr>
        <p:spPr>
          <a:xfrm>
            <a:off x="17506950" y="22385141"/>
            <a:ext cx="1181100" cy="546100"/>
          </a:xfrm>
          <a:prstGeom prst="roundRect">
            <a:avLst/>
          </a:prstGeom>
          <a:solidFill>
            <a:srgbClr val="DAE8FB"/>
          </a:solidFill>
          <a:ln w="28575">
            <a:solidFill>
              <a:srgbClr val="85A2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9" name="直接箭头连接符 418">
            <a:extLst>
              <a:ext uri="{FF2B5EF4-FFF2-40B4-BE49-F238E27FC236}">
                <a16:creationId xmlns:a16="http://schemas.microsoft.com/office/drawing/2014/main" id="{35A83794-4E60-0711-490A-E4DFA6DEF408}"/>
              </a:ext>
            </a:extLst>
          </p:cNvPr>
          <p:cNvCxnSpPr>
            <a:endCxn id="417" idx="1"/>
          </p:cNvCxnSpPr>
          <p:nvPr/>
        </p:nvCxnSpPr>
        <p:spPr>
          <a:xfrm flipV="1">
            <a:off x="16979727" y="22658191"/>
            <a:ext cx="527223" cy="128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直接箭头连接符 420">
            <a:extLst>
              <a:ext uri="{FF2B5EF4-FFF2-40B4-BE49-F238E27FC236}">
                <a16:creationId xmlns:a16="http://schemas.microsoft.com/office/drawing/2014/main" id="{CA80A63B-8290-7E99-8C19-70C90E05A30B}"/>
              </a:ext>
            </a:extLst>
          </p:cNvPr>
          <p:cNvCxnSpPr>
            <a:stCxn id="417" idx="3"/>
          </p:cNvCxnSpPr>
          <p:nvPr/>
        </p:nvCxnSpPr>
        <p:spPr>
          <a:xfrm>
            <a:off x="18688050" y="22658191"/>
            <a:ext cx="715518" cy="67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直接箭头连接符 422">
            <a:extLst>
              <a:ext uri="{FF2B5EF4-FFF2-40B4-BE49-F238E27FC236}">
                <a16:creationId xmlns:a16="http://schemas.microsoft.com/office/drawing/2014/main" id="{D4D394F7-8F2D-D778-315F-999814CC2330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19078575" y="23994658"/>
            <a:ext cx="2518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直接箭头连接符 425">
            <a:extLst>
              <a:ext uri="{FF2B5EF4-FFF2-40B4-BE49-F238E27FC236}">
                <a16:creationId xmlns:a16="http://schemas.microsoft.com/office/drawing/2014/main" id="{BB449F2F-6B0B-ECDD-57AE-38130A39482F}"/>
              </a:ext>
            </a:extLst>
          </p:cNvPr>
          <p:cNvCxnSpPr>
            <a:cxnSpLocks/>
            <a:endCxn id="165" idx="0"/>
          </p:cNvCxnSpPr>
          <p:nvPr/>
        </p:nvCxnSpPr>
        <p:spPr>
          <a:xfrm>
            <a:off x="19758436" y="24381720"/>
            <a:ext cx="0" cy="6690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直接箭头连接符 428">
            <a:extLst>
              <a:ext uri="{FF2B5EF4-FFF2-40B4-BE49-F238E27FC236}">
                <a16:creationId xmlns:a16="http://schemas.microsoft.com/office/drawing/2014/main" id="{4D9A1EBB-56F9-9757-F433-F0983F0421C7}"/>
              </a:ext>
            </a:extLst>
          </p:cNvPr>
          <p:cNvCxnSpPr>
            <a:stCxn id="165" idx="1"/>
            <a:endCxn id="164" idx="3"/>
          </p:cNvCxnSpPr>
          <p:nvPr/>
        </p:nvCxnSpPr>
        <p:spPr>
          <a:xfrm flipH="1">
            <a:off x="19211925" y="25284113"/>
            <a:ext cx="3274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直接箭头连接符 430">
            <a:extLst>
              <a:ext uri="{FF2B5EF4-FFF2-40B4-BE49-F238E27FC236}">
                <a16:creationId xmlns:a16="http://schemas.microsoft.com/office/drawing/2014/main" id="{D6BD7633-A757-2364-E559-57657B210D66}"/>
              </a:ext>
            </a:extLst>
          </p:cNvPr>
          <p:cNvCxnSpPr>
            <a:cxnSpLocks/>
            <a:stCxn id="164" idx="1"/>
            <a:endCxn id="166" idx="6"/>
          </p:cNvCxnSpPr>
          <p:nvPr/>
        </p:nvCxnSpPr>
        <p:spPr>
          <a:xfrm flipH="1" flipV="1">
            <a:off x="18405485" y="25277445"/>
            <a:ext cx="368290" cy="6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矩形 432">
            <a:extLst>
              <a:ext uri="{FF2B5EF4-FFF2-40B4-BE49-F238E27FC236}">
                <a16:creationId xmlns:a16="http://schemas.microsoft.com/office/drawing/2014/main" id="{FEBBD3E7-6C3A-533F-00F7-BBB4D48DC63E}"/>
              </a:ext>
            </a:extLst>
          </p:cNvPr>
          <p:cNvSpPr/>
          <p:nvPr/>
        </p:nvSpPr>
        <p:spPr>
          <a:xfrm>
            <a:off x="13757728" y="27552790"/>
            <a:ext cx="800100" cy="651869"/>
          </a:xfrm>
          <a:prstGeom prst="rect">
            <a:avLst/>
          </a:prstGeom>
          <a:solidFill>
            <a:srgbClr val="DAC2EC"/>
          </a:solidFill>
          <a:ln w="57150">
            <a:solidFill>
              <a:srgbClr val="DAC2EC"/>
            </a:solidFill>
          </a:ln>
          <a:scene3d>
            <a:camera prst="isometricOffAxis2Right">
              <a:rot lat="1054176" lon="17030796" rev="21563622"/>
            </a:camera>
            <a:lightRig rig="balanced" dir="t">
              <a:rot lat="0" lon="0" rev="4800000"/>
            </a:lightRig>
          </a:scene3d>
          <a:sp3d extrusionH="234950" contourW="12700" prstMaterial="flat">
            <a:bevelB w="0" h="0"/>
            <a:extrusionClr>
              <a:srgbClr val="DAC2EC"/>
            </a:extrusionClr>
            <a:contourClr>
              <a:srgbClr val="DAC2E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5" name="直接箭头连接符 434">
            <a:extLst>
              <a:ext uri="{FF2B5EF4-FFF2-40B4-BE49-F238E27FC236}">
                <a16:creationId xmlns:a16="http://schemas.microsoft.com/office/drawing/2014/main" id="{AA08D536-2B4C-19CA-1B66-72E0208C825A}"/>
              </a:ext>
            </a:extLst>
          </p:cNvPr>
          <p:cNvCxnSpPr>
            <a:cxnSpLocks/>
            <a:stCxn id="102" idx="3"/>
          </p:cNvCxnSpPr>
          <p:nvPr/>
        </p:nvCxnSpPr>
        <p:spPr>
          <a:xfrm>
            <a:off x="3364766" y="27878879"/>
            <a:ext cx="103027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直接箭头连接符 439">
            <a:extLst>
              <a:ext uri="{FF2B5EF4-FFF2-40B4-BE49-F238E27FC236}">
                <a16:creationId xmlns:a16="http://schemas.microsoft.com/office/drawing/2014/main" id="{13468E8B-3D26-BF7C-233A-0F69A8A3E0D1}"/>
              </a:ext>
            </a:extLst>
          </p:cNvPr>
          <p:cNvCxnSpPr>
            <a:endCxn id="135" idx="2"/>
          </p:cNvCxnSpPr>
          <p:nvPr/>
        </p:nvCxnSpPr>
        <p:spPr>
          <a:xfrm flipV="1">
            <a:off x="14340840" y="22643624"/>
            <a:ext cx="649241" cy="51084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直接箭头连接符 441">
            <a:extLst>
              <a:ext uri="{FF2B5EF4-FFF2-40B4-BE49-F238E27FC236}">
                <a16:creationId xmlns:a16="http://schemas.microsoft.com/office/drawing/2014/main" id="{F9DA9CA4-D32B-413E-BE70-56419B6DC47F}"/>
              </a:ext>
            </a:extLst>
          </p:cNvPr>
          <p:cNvCxnSpPr>
            <a:cxnSpLocks/>
          </p:cNvCxnSpPr>
          <p:nvPr/>
        </p:nvCxnSpPr>
        <p:spPr>
          <a:xfrm flipV="1">
            <a:off x="14478000" y="22600920"/>
            <a:ext cx="548640" cy="23418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文本框 443">
            <a:extLst>
              <a:ext uri="{FF2B5EF4-FFF2-40B4-BE49-F238E27FC236}">
                <a16:creationId xmlns:a16="http://schemas.microsoft.com/office/drawing/2014/main" id="{9789DEBA-DF9E-BC54-687A-26AFA7983AB4}"/>
              </a:ext>
            </a:extLst>
          </p:cNvPr>
          <p:cNvSpPr txBox="1"/>
          <p:nvPr/>
        </p:nvSpPr>
        <p:spPr>
          <a:xfrm>
            <a:off x="571081" y="272949"/>
            <a:ext cx="20969126" cy="16564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726125" indent="-726125" algn="l">
              <a:buFont typeface="Wingdings" panose="05000000000000000000" pitchFamily="2" charset="2"/>
              <a:buChar char="n"/>
            </a:pPr>
            <a:r>
              <a:rPr lang="en-US" altLang="zh-CN" sz="5082" dirty="0" err="1"/>
              <a:t>GLVMamba</a:t>
            </a:r>
            <a:r>
              <a:rPr lang="en-US" altLang="zh-CN" sz="5082" dirty="0"/>
              <a:t>: A Global–Local Visual State-Space Model for Remote Sensing Image Segmentation  </a:t>
            </a:r>
          </a:p>
        </p:txBody>
      </p:sp>
    </p:spTree>
    <p:extLst>
      <p:ext uri="{BB962C8B-B14F-4D97-AF65-F5344CB8AC3E}">
        <p14:creationId xmlns:p14="http://schemas.microsoft.com/office/powerpoint/2010/main" val="100966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54000">
              <a:srgbClr val="ECECEC"/>
            </a:gs>
            <a:gs pos="83000">
              <a:srgbClr val="EAEAEA"/>
            </a:gs>
            <a:gs pos="100000">
              <a:srgbClr val="E7E7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E7BD69-181B-4E1E-BE3F-D485A807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89" y="2571663"/>
            <a:ext cx="19923198" cy="97450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5F736C-5F41-4F57-97D9-FB442A2CDD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09" b="7181"/>
          <a:stretch/>
        </p:blipFill>
        <p:spPr>
          <a:xfrm>
            <a:off x="995482" y="12481430"/>
            <a:ext cx="20195002" cy="97450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6124E5-8B8A-4BF5-AD99-0FF5DD6B0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41" y="22068585"/>
            <a:ext cx="20334057" cy="6310081"/>
          </a:xfrm>
          <a:prstGeom prst="rect">
            <a:avLst/>
          </a:prstGeom>
        </p:spPr>
      </p:pic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EF6CCCB-7978-45CF-B3F0-BFA5E131872B}"/>
              </a:ext>
            </a:extLst>
          </p:cNvPr>
          <p:cNvSpPr/>
          <p:nvPr/>
        </p:nvSpPr>
        <p:spPr>
          <a:xfrm>
            <a:off x="17691100" y="22391198"/>
            <a:ext cx="1181100" cy="546100"/>
          </a:xfrm>
          <a:prstGeom prst="roundRect">
            <a:avLst/>
          </a:prstGeom>
          <a:solidFill>
            <a:srgbClr val="DAE8FB"/>
          </a:solidFill>
          <a:ln w="28575">
            <a:solidFill>
              <a:srgbClr val="85A2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9FB099B4-78BB-4F74-9C38-BD79A3643107}"/>
              </a:ext>
            </a:extLst>
          </p:cNvPr>
          <p:cNvCxnSpPr/>
          <p:nvPr/>
        </p:nvCxnSpPr>
        <p:spPr>
          <a:xfrm>
            <a:off x="8648700" y="5257801"/>
            <a:ext cx="636504" cy="0"/>
          </a:xfrm>
          <a:prstGeom prst="straightConnector1">
            <a:avLst/>
          </a:prstGeom>
          <a:ln w="57150">
            <a:solidFill>
              <a:srgbClr val="CE8E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179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</Words>
  <Application>Microsoft Office PowerPoint</Application>
  <PresentationFormat>自定义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佳慧 王</dc:creator>
  <cp:lastModifiedBy>佳慧 王</cp:lastModifiedBy>
  <cp:revision>18</cp:revision>
  <dcterms:created xsi:type="dcterms:W3CDTF">2025-09-29T11:46:49Z</dcterms:created>
  <dcterms:modified xsi:type="dcterms:W3CDTF">2025-10-04T01:27:16Z</dcterms:modified>
</cp:coreProperties>
</file>