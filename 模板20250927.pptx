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446" r:id="rId2"/>
  </p:sldIdLst>
  <p:sldSz cx="21599525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E6CF"/>
    <a:srgbClr val="E0E7EF"/>
    <a:srgbClr val="B0C7D9"/>
    <a:srgbClr val="F5F6E4"/>
    <a:srgbClr val="DDD5EA"/>
    <a:srgbClr val="B7CEA4"/>
    <a:srgbClr val="EFE8B2"/>
    <a:srgbClr val="C1A8CF"/>
    <a:srgbClr val="97B2C7"/>
    <a:srgbClr val="DBCC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9" autoAdjust="0"/>
    <p:restoredTop sz="94660"/>
  </p:normalViewPr>
  <p:slideViewPr>
    <p:cSldViewPr snapToGrid="0">
      <p:cViewPr varScale="1">
        <p:scale>
          <a:sx n="23" d="100"/>
          <a:sy n="23" d="100"/>
        </p:scale>
        <p:origin x="34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3C7D5-935E-417D-BBBE-6C43FDE8CC3C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8F141-2893-4404-AE7A-64C8BCC822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937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987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86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271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21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0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972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11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02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659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3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7879-CE35-4BBE-B4E8-3EF2E5B273D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174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87879-CE35-4BBE-B4E8-3EF2E5B273D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E95A7-63FC-4C88-AD23-B13B960E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74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5E026FC-3560-4C61-A486-14970E4EAC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95" r="6529"/>
          <a:stretch/>
        </p:blipFill>
        <p:spPr>
          <a:xfrm>
            <a:off x="3224622" y="14477"/>
            <a:ext cx="14310733" cy="14283893"/>
          </a:xfrm>
          <a:prstGeom prst="rect">
            <a:avLst/>
          </a:prstGeom>
        </p:spPr>
      </p:pic>
      <p:sp>
        <p:nvSpPr>
          <p:cNvPr id="61" name="椭圆 60">
            <a:extLst>
              <a:ext uri="{FF2B5EF4-FFF2-40B4-BE49-F238E27FC236}">
                <a16:creationId xmlns:a16="http://schemas.microsoft.com/office/drawing/2014/main" id="{745DF884-B6AA-49D5-91FD-9A6959C6A95F}"/>
              </a:ext>
            </a:extLst>
          </p:cNvPr>
          <p:cNvSpPr/>
          <p:nvPr/>
        </p:nvSpPr>
        <p:spPr>
          <a:xfrm>
            <a:off x="8740544" y="21219510"/>
            <a:ext cx="4229910" cy="4155434"/>
          </a:xfrm>
          <a:prstGeom prst="ellipse">
            <a:avLst/>
          </a:prstGeom>
          <a:solidFill>
            <a:srgbClr val="E8E6E7"/>
          </a:solidFill>
          <a:ln w="254000">
            <a:solidFill>
              <a:srgbClr val="E8E6E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空心弧 61">
            <a:extLst>
              <a:ext uri="{FF2B5EF4-FFF2-40B4-BE49-F238E27FC236}">
                <a16:creationId xmlns:a16="http://schemas.microsoft.com/office/drawing/2014/main" id="{367A44FD-E1CC-4B43-BF5A-8E9BD510B806}"/>
              </a:ext>
            </a:extLst>
          </p:cNvPr>
          <p:cNvSpPr/>
          <p:nvPr/>
        </p:nvSpPr>
        <p:spPr>
          <a:xfrm>
            <a:off x="6948752" y="19422489"/>
            <a:ext cx="7891370" cy="7750238"/>
          </a:xfrm>
          <a:prstGeom prst="blockArc">
            <a:avLst>
              <a:gd name="adj1" fmla="val 13257182"/>
              <a:gd name="adj2" fmla="val 19125594"/>
              <a:gd name="adj3" fmla="val 9482"/>
            </a:avLst>
          </a:prstGeom>
          <a:solidFill>
            <a:srgbClr val="9FBB8B"/>
          </a:solidFill>
          <a:ln w="254000">
            <a:solidFill>
              <a:srgbClr val="9FBB8B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3" name="空心弧 62">
            <a:extLst>
              <a:ext uri="{FF2B5EF4-FFF2-40B4-BE49-F238E27FC236}">
                <a16:creationId xmlns:a16="http://schemas.microsoft.com/office/drawing/2014/main" id="{4BA673F5-84D2-4B0E-95E1-1E43DBFFEF66}"/>
              </a:ext>
            </a:extLst>
          </p:cNvPr>
          <p:cNvSpPr/>
          <p:nvPr/>
        </p:nvSpPr>
        <p:spPr>
          <a:xfrm rot="15255180">
            <a:off x="7019318" y="19351541"/>
            <a:ext cx="7750238" cy="7891370"/>
          </a:xfrm>
          <a:prstGeom prst="blockArc">
            <a:avLst>
              <a:gd name="adj1" fmla="val 16944180"/>
              <a:gd name="adj2" fmla="val 19125594"/>
              <a:gd name="adj3" fmla="val 9482"/>
            </a:avLst>
          </a:prstGeom>
          <a:solidFill>
            <a:srgbClr val="9071AA"/>
          </a:solidFill>
          <a:ln w="254000">
            <a:solidFill>
              <a:srgbClr val="9071A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4" name="空心弧 63">
            <a:extLst>
              <a:ext uri="{FF2B5EF4-FFF2-40B4-BE49-F238E27FC236}">
                <a16:creationId xmlns:a16="http://schemas.microsoft.com/office/drawing/2014/main" id="{B5AA3D49-328C-4CE8-ACE8-A891A4C60AF7}"/>
              </a:ext>
            </a:extLst>
          </p:cNvPr>
          <p:cNvSpPr/>
          <p:nvPr/>
        </p:nvSpPr>
        <p:spPr>
          <a:xfrm rot="12514653">
            <a:off x="6909813" y="19422107"/>
            <a:ext cx="7891370" cy="7750238"/>
          </a:xfrm>
          <a:prstGeom prst="blockArc">
            <a:avLst>
              <a:gd name="adj1" fmla="val 14055577"/>
              <a:gd name="adj2" fmla="val 19125594"/>
              <a:gd name="adj3" fmla="val 9482"/>
            </a:avLst>
          </a:prstGeom>
          <a:solidFill>
            <a:srgbClr val="DBCC87"/>
          </a:solidFill>
          <a:ln w="254000">
            <a:solidFill>
              <a:srgbClr val="DBCC8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5" name="空心弧 64">
            <a:extLst>
              <a:ext uri="{FF2B5EF4-FFF2-40B4-BE49-F238E27FC236}">
                <a16:creationId xmlns:a16="http://schemas.microsoft.com/office/drawing/2014/main" id="{4878A3A8-6A23-4A30-8A8A-3E456818D638}"/>
              </a:ext>
            </a:extLst>
          </p:cNvPr>
          <p:cNvSpPr/>
          <p:nvPr/>
        </p:nvSpPr>
        <p:spPr>
          <a:xfrm rot="6420915">
            <a:off x="6980379" y="19351541"/>
            <a:ext cx="7750238" cy="7891370"/>
          </a:xfrm>
          <a:prstGeom prst="blockArc">
            <a:avLst>
              <a:gd name="adj1" fmla="val 14023506"/>
              <a:gd name="adj2" fmla="val 19125594"/>
              <a:gd name="adj3" fmla="val 9482"/>
            </a:avLst>
          </a:prstGeom>
          <a:solidFill>
            <a:srgbClr val="97B2C7"/>
          </a:solidFill>
          <a:ln w="254000">
            <a:solidFill>
              <a:srgbClr val="97B2C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6" name="空心弧 65">
            <a:extLst>
              <a:ext uri="{FF2B5EF4-FFF2-40B4-BE49-F238E27FC236}">
                <a16:creationId xmlns:a16="http://schemas.microsoft.com/office/drawing/2014/main" id="{4B02BDF3-346D-47E4-8CE2-E1395BE64920}"/>
              </a:ext>
            </a:extLst>
          </p:cNvPr>
          <p:cNvSpPr/>
          <p:nvPr/>
        </p:nvSpPr>
        <p:spPr>
          <a:xfrm rot="12967883">
            <a:off x="3224623" y="15964711"/>
            <a:ext cx="15055078" cy="14785827"/>
          </a:xfrm>
          <a:prstGeom prst="blockArc">
            <a:avLst>
              <a:gd name="adj1" fmla="val 18540785"/>
              <a:gd name="adj2" fmla="val 20498465"/>
              <a:gd name="adj3" fmla="val 16259"/>
            </a:avLst>
          </a:prstGeom>
          <a:solidFill>
            <a:srgbClr val="C1A8CF"/>
          </a:solidFill>
          <a:ln w="254000">
            <a:solidFill>
              <a:srgbClr val="C1A8C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7" name="空心弧 66">
            <a:extLst>
              <a:ext uri="{FF2B5EF4-FFF2-40B4-BE49-F238E27FC236}">
                <a16:creationId xmlns:a16="http://schemas.microsoft.com/office/drawing/2014/main" id="{65FC8628-C914-4D23-9DF3-503A926424BB}"/>
              </a:ext>
            </a:extLst>
          </p:cNvPr>
          <p:cNvSpPr/>
          <p:nvPr/>
        </p:nvSpPr>
        <p:spPr>
          <a:xfrm rot="10800000">
            <a:off x="3224622" y="15964711"/>
            <a:ext cx="15055078" cy="14785827"/>
          </a:xfrm>
          <a:prstGeom prst="blockArc">
            <a:avLst>
              <a:gd name="adj1" fmla="val 18575773"/>
              <a:gd name="adj2" fmla="val 20469867"/>
              <a:gd name="adj3" fmla="val 16282"/>
            </a:avLst>
          </a:prstGeom>
          <a:solidFill>
            <a:srgbClr val="EFE8B2"/>
          </a:solidFill>
          <a:ln w="254000">
            <a:solidFill>
              <a:srgbClr val="EFE8B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8" name="空心弧 67">
            <a:extLst>
              <a:ext uri="{FF2B5EF4-FFF2-40B4-BE49-F238E27FC236}">
                <a16:creationId xmlns:a16="http://schemas.microsoft.com/office/drawing/2014/main" id="{A966E7BB-EF10-462C-8F24-8751B5E60FFE}"/>
              </a:ext>
            </a:extLst>
          </p:cNvPr>
          <p:cNvSpPr/>
          <p:nvPr/>
        </p:nvSpPr>
        <p:spPr>
          <a:xfrm rot="8619359">
            <a:off x="3336870" y="15970622"/>
            <a:ext cx="15055078" cy="14785827"/>
          </a:xfrm>
          <a:prstGeom prst="blockArc">
            <a:avLst>
              <a:gd name="adj1" fmla="val 18575773"/>
              <a:gd name="adj2" fmla="val 20520116"/>
              <a:gd name="adj3" fmla="val 16909"/>
            </a:avLst>
          </a:prstGeom>
          <a:solidFill>
            <a:srgbClr val="EFE8B2"/>
          </a:solidFill>
          <a:ln w="254000">
            <a:solidFill>
              <a:srgbClr val="EFE8B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9" name="空心弧 68">
            <a:extLst>
              <a:ext uri="{FF2B5EF4-FFF2-40B4-BE49-F238E27FC236}">
                <a16:creationId xmlns:a16="http://schemas.microsoft.com/office/drawing/2014/main" id="{99B43BA2-FE05-4A63-8DA5-FFE7DA934A9A}"/>
              </a:ext>
            </a:extLst>
          </p:cNvPr>
          <p:cNvSpPr/>
          <p:nvPr/>
        </p:nvSpPr>
        <p:spPr>
          <a:xfrm rot="6442519">
            <a:off x="3519092" y="15769688"/>
            <a:ext cx="14785827" cy="15055078"/>
          </a:xfrm>
          <a:prstGeom prst="blockArc">
            <a:avLst>
              <a:gd name="adj1" fmla="val 18575773"/>
              <a:gd name="adj2" fmla="val 20520116"/>
              <a:gd name="adj3" fmla="val 16909"/>
            </a:avLst>
          </a:prstGeom>
          <a:solidFill>
            <a:srgbClr val="B0C7D9"/>
          </a:solidFill>
          <a:ln w="254000">
            <a:solidFill>
              <a:srgbClr val="B0C7D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0" name="空心弧 69">
            <a:extLst>
              <a:ext uri="{FF2B5EF4-FFF2-40B4-BE49-F238E27FC236}">
                <a16:creationId xmlns:a16="http://schemas.microsoft.com/office/drawing/2014/main" id="{029209DA-830C-4604-8783-05B70E13FDD9}"/>
              </a:ext>
            </a:extLst>
          </p:cNvPr>
          <p:cNvSpPr/>
          <p:nvPr/>
        </p:nvSpPr>
        <p:spPr>
          <a:xfrm rot="4198681">
            <a:off x="3471494" y="15769688"/>
            <a:ext cx="14785827" cy="15055078"/>
          </a:xfrm>
          <a:prstGeom prst="blockArc">
            <a:avLst>
              <a:gd name="adj1" fmla="val 18575773"/>
              <a:gd name="adj2" fmla="val 20520116"/>
              <a:gd name="adj3" fmla="val 16909"/>
            </a:avLst>
          </a:prstGeom>
          <a:solidFill>
            <a:srgbClr val="B0C7D9"/>
          </a:solidFill>
          <a:ln w="254000">
            <a:solidFill>
              <a:srgbClr val="B0C7D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1" name="空心弧 70">
            <a:extLst>
              <a:ext uri="{FF2B5EF4-FFF2-40B4-BE49-F238E27FC236}">
                <a16:creationId xmlns:a16="http://schemas.microsoft.com/office/drawing/2014/main" id="{8CF02E60-B8D9-4203-B21E-3D6218DF8E6B}"/>
              </a:ext>
            </a:extLst>
          </p:cNvPr>
          <p:cNvSpPr/>
          <p:nvPr/>
        </p:nvSpPr>
        <p:spPr>
          <a:xfrm rot="1961958">
            <a:off x="3327959" y="15970622"/>
            <a:ext cx="15055078" cy="14785827"/>
          </a:xfrm>
          <a:prstGeom prst="blockArc">
            <a:avLst>
              <a:gd name="adj1" fmla="val 18575773"/>
              <a:gd name="adj2" fmla="val 20520116"/>
              <a:gd name="adj3" fmla="val 16909"/>
            </a:avLst>
          </a:prstGeom>
          <a:solidFill>
            <a:srgbClr val="B0C7D9"/>
          </a:solidFill>
          <a:ln w="254000">
            <a:solidFill>
              <a:srgbClr val="B0C7D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2" name="空心弧 71">
            <a:extLst>
              <a:ext uri="{FF2B5EF4-FFF2-40B4-BE49-F238E27FC236}">
                <a16:creationId xmlns:a16="http://schemas.microsoft.com/office/drawing/2014/main" id="{F47EB759-FB04-4860-940D-31BC55BC8CAB}"/>
              </a:ext>
            </a:extLst>
          </p:cNvPr>
          <p:cNvSpPr/>
          <p:nvPr/>
        </p:nvSpPr>
        <p:spPr>
          <a:xfrm>
            <a:off x="3117981" y="15793485"/>
            <a:ext cx="15055078" cy="14785827"/>
          </a:xfrm>
          <a:prstGeom prst="blockArc">
            <a:avLst>
              <a:gd name="adj1" fmla="val 18585770"/>
              <a:gd name="adj2" fmla="val 20417591"/>
              <a:gd name="adj3" fmla="val 16037"/>
            </a:avLst>
          </a:prstGeom>
          <a:solidFill>
            <a:srgbClr val="B7CEA4"/>
          </a:solidFill>
          <a:ln w="254000">
            <a:solidFill>
              <a:srgbClr val="B7CEA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3" name="空心弧 72">
            <a:extLst>
              <a:ext uri="{FF2B5EF4-FFF2-40B4-BE49-F238E27FC236}">
                <a16:creationId xmlns:a16="http://schemas.microsoft.com/office/drawing/2014/main" id="{BDC5B306-E64B-4047-A0E7-4ACAECDD9CCD}"/>
              </a:ext>
            </a:extLst>
          </p:cNvPr>
          <p:cNvSpPr/>
          <p:nvPr/>
        </p:nvSpPr>
        <p:spPr>
          <a:xfrm rot="19267752">
            <a:off x="3382182" y="16035823"/>
            <a:ext cx="15055078" cy="14785827"/>
          </a:xfrm>
          <a:prstGeom prst="blockArc">
            <a:avLst>
              <a:gd name="adj1" fmla="val 18575773"/>
              <a:gd name="adj2" fmla="val 20464944"/>
              <a:gd name="adj3" fmla="val 16581"/>
            </a:avLst>
          </a:prstGeom>
          <a:solidFill>
            <a:srgbClr val="B7CEA4"/>
          </a:solidFill>
          <a:ln w="254000">
            <a:solidFill>
              <a:srgbClr val="B7CEA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4" name="空心弧 73">
            <a:extLst>
              <a:ext uri="{FF2B5EF4-FFF2-40B4-BE49-F238E27FC236}">
                <a16:creationId xmlns:a16="http://schemas.microsoft.com/office/drawing/2014/main" id="{1C930559-A1F4-4B8D-B3FC-0591579D90B5}"/>
              </a:ext>
            </a:extLst>
          </p:cNvPr>
          <p:cNvSpPr/>
          <p:nvPr/>
        </p:nvSpPr>
        <p:spPr>
          <a:xfrm rot="17234371">
            <a:off x="3267589" y="15856039"/>
            <a:ext cx="14785827" cy="15055078"/>
          </a:xfrm>
          <a:prstGeom prst="blockArc">
            <a:avLst>
              <a:gd name="adj1" fmla="val 18575773"/>
              <a:gd name="adj2" fmla="val 20508376"/>
              <a:gd name="adj3" fmla="val 16304"/>
            </a:avLst>
          </a:prstGeom>
          <a:solidFill>
            <a:srgbClr val="B7CEA4"/>
          </a:solidFill>
          <a:ln w="254000">
            <a:solidFill>
              <a:srgbClr val="B7CEA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5" name="空心弧 74">
            <a:extLst>
              <a:ext uri="{FF2B5EF4-FFF2-40B4-BE49-F238E27FC236}">
                <a16:creationId xmlns:a16="http://schemas.microsoft.com/office/drawing/2014/main" id="{E783A8DF-7180-45B7-9C66-C6E4A7B8A1D3}"/>
              </a:ext>
            </a:extLst>
          </p:cNvPr>
          <p:cNvSpPr/>
          <p:nvPr/>
        </p:nvSpPr>
        <p:spPr>
          <a:xfrm rot="15051931">
            <a:off x="3400907" y="15749948"/>
            <a:ext cx="14785827" cy="15055078"/>
          </a:xfrm>
          <a:prstGeom prst="blockArc">
            <a:avLst>
              <a:gd name="adj1" fmla="val 18575773"/>
              <a:gd name="adj2" fmla="val 20442621"/>
              <a:gd name="adj3" fmla="val 15668"/>
            </a:avLst>
          </a:prstGeom>
          <a:solidFill>
            <a:srgbClr val="B7CEA4"/>
          </a:solidFill>
          <a:ln w="254000">
            <a:solidFill>
              <a:srgbClr val="B7CEA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6" name="空心弧 75">
            <a:extLst>
              <a:ext uri="{FF2B5EF4-FFF2-40B4-BE49-F238E27FC236}">
                <a16:creationId xmlns:a16="http://schemas.microsoft.com/office/drawing/2014/main" id="{A494F1B3-7A74-47FC-8089-167B034ABDC3}"/>
              </a:ext>
            </a:extLst>
          </p:cNvPr>
          <p:cNvSpPr/>
          <p:nvPr/>
        </p:nvSpPr>
        <p:spPr>
          <a:xfrm>
            <a:off x="1625633" y="14344385"/>
            <a:ext cx="18191553" cy="17866208"/>
          </a:xfrm>
          <a:prstGeom prst="blockArc">
            <a:avLst>
              <a:gd name="adj1" fmla="val 14153928"/>
              <a:gd name="adj2" fmla="val 16155729"/>
              <a:gd name="adj3" fmla="val 5779"/>
            </a:avLst>
          </a:prstGeom>
          <a:solidFill>
            <a:srgbClr val="D8E6CF"/>
          </a:solidFill>
          <a:ln w="254000">
            <a:solidFill>
              <a:srgbClr val="D8E6C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7" name="空心弧 76">
            <a:extLst>
              <a:ext uri="{FF2B5EF4-FFF2-40B4-BE49-F238E27FC236}">
                <a16:creationId xmlns:a16="http://schemas.microsoft.com/office/drawing/2014/main" id="{EC4CF3BE-D20F-4540-8646-7FCF5062269D}"/>
              </a:ext>
            </a:extLst>
          </p:cNvPr>
          <p:cNvSpPr/>
          <p:nvPr/>
        </p:nvSpPr>
        <p:spPr>
          <a:xfrm rot="2166640">
            <a:off x="1625633" y="14344385"/>
            <a:ext cx="18191553" cy="17866208"/>
          </a:xfrm>
          <a:prstGeom prst="blockArc">
            <a:avLst>
              <a:gd name="adj1" fmla="val 14153928"/>
              <a:gd name="adj2" fmla="val 16155729"/>
              <a:gd name="adj3" fmla="val 5779"/>
            </a:avLst>
          </a:prstGeom>
          <a:solidFill>
            <a:srgbClr val="D8E6CF"/>
          </a:solidFill>
          <a:ln w="254000">
            <a:solidFill>
              <a:srgbClr val="D8E6C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8" name="空心弧 77">
            <a:extLst>
              <a:ext uri="{FF2B5EF4-FFF2-40B4-BE49-F238E27FC236}">
                <a16:creationId xmlns:a16="http://schemas.microsoft.com/office/drawing/2014/main" id="{DBC7A53F-BEE4-40FD-97CC-47D497D17AF7}"/>
              </a:ext>
            </a:extLst>
          </p:cNvPr>
          <p:cNvSpPr/>
          <p:nvPr/>
        </p:nvSpPr>
        <p:spPr>
          <a:xfrm rot="4280776">
            <a:off x="1763501" y="14257912"/>
            <a:ext cx="17866208" cy="18191553"/>
          </a:xfrm>
          <a:prstGeom prst="blockArc">
            <a:avLst>
              <a:gd name="adj1" fmla="val 14153928"/>
              <a:gd name="adj2" fmla="val 16155729"/>
              <a:gd name="adj3" fmla="val 5779"/>
            </a:avLst>
          </a:prstGeom>
          <a:solidFill>
            <a:srgbClr val="D8E6CF"/>
          </a:solidFill>
          <a:ln w="254000">
            <a:solidFill>
              <a:srgbClr val="D8E6C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9" name="空心弧 78">
            <a:extLst>
              <a:ext uri="{FF2B5EF4-FFF2-40B4-BE49-F238E27FC236}">
                <a16:creationId xmlns:a16="http://schemas.microsoft.com/office/drawing/2014/main" id="{5662E8B9-5B4D-467D-A099-9130D9DD2BA7}"/>
              </a:ext>
            </a:extLst>
          </p:cNvPr>
          <p:cNvSpPr/>
          <p:nvPr/>
        </p:nvSpPr>
        <p:spPr>
          <a:xfrm rot="8586989">
            <a:off x="1599978" y="14380042"/>
            <a:ext cx="18191553" cy="17866208"/>
          </a:xfrm>
          <a:prstGeom prst="blockArc">
            <a:avLst>
              <a:gd name="adj1" fmla="val 14153928"/>
              <a:gd name="adj2" fmla="val 16155729"/>
              <a:gd name="adj3" fmla="val 5779"/>
            </a:avLst>
          </a:prstGeom>
          <a:solidFill>
            <a:srgbClr val="E0E7EF"/>
          </a:solidFill>
          <a:ln w="254000">
            <a:solidFill>
              <a:srgbClr val="E0E7E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0" name="空心弧 79">
            <a:extLst>
              <a:ext uri="{FF2B5EF4-FFF2-40B4-BE49-F238E27FC236}">
                <a16:creationId xmlns:a16="http://schemas.microsoft.com/office/drawing/2014/main" id="{1371B1CF-FF4B-468E-AA84-91D73BA8E26F}"/>
              </a:ext>
            </a:extLst>
          </p:cNvPr>
          <p:cNvSpPr/>
          <p:nvPr/>
        </p:nvSpPr>
        <p:spPr>
          <a:xfrm rot="10800000">
            <a:off x="1759722" y="14308728"/>
            <a:ext cx="18191553" cy="17866208"/>
          </a:xfrm>
          <a:prstGeom prst="blockArc">
            <a:avLst>
              <a:gd name="adj1" fmla="val 14153928"/>
              <a:gd name="adj2" fmla="val 16155729"/>
              <a:gd name="adj3" fmla="val 5779"/>
            </a:avLst>
          </a:prstGeom>
          <a:solidFill>
            <a:srgbClr val="E0E7EF"/>
          </a:solidFill>
          <a:ln w="254000">
            <a:solidFill>
              <a:srgbClr val="E0E7E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1" name="空心弧 80">
            <a:extLst>
              <a:ext uri="{FF2B5EF4-FFF2-40B4-BE49-F238E27FC236}">
                <a16:creationId xmlns:a16="http://schemas.microsoft.com/office/drawing/2014/main" id="{E1A02BBF-CD35-45F1-881E-641FBEFF0A26}"/>
              </a:ext>
            </a:extLst>
          </p:cNvPr>
          <p:cNvSpPr/>
          <p:nvPr/>
        </p:nvSpPr>
        <p:spPr>
          <a:xfrm rot="6434823">
            <a:off x="1742857" y="14217369"/>
            <a:ext cx="17866208" cy="18191553"/>
          </a:xfrm>
          <a:prstGeom prst="blockArc">
            <a:avLst>
              <a:gd name="adj1" fmla="val 14153928"/>
              <a:gd name="adj2" fmla="val 16155729"/>
              <a:gd name="adj3" fmla="val 5779"/>
            </a:avLst>
          </a:prstGeom>
          <a:solidFill>
            <a:srgbClr val="E0E7EF"/>
          </a:solidFill>
          <a:ln w="254000">
            <a:solidFill>
              <a:srgbClr val="E0E7E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2" name="空心弧 81">
            <a:extLst>
              <a:ext uri="{FF2B5EF4-FFF2-40B4-BE49-F238E27FC236}">
                <a16:creationId xmlns:a16="http://schemas.microsoft.com/office/drawing/2014/main" id="{849C1996-CBE1-4EDC-A3C2-552F20FD739F}"/>
              </a:ext>
            </a:extLst>
          </p:cNvPr>
          <p:cNvSpPr/>
          <p:nvPr/>
        </p:nvSpPr>
        <p:spPr>
          <a:xfrm rot="12930204">
            <a:off x="1713991" y="14364123"/>
            <a:ext cx="18191553" cy="17866208"/>
          </a:xfrm>
          <a:prstGeom prst="blockArc">
            <a:avLst>
              <a:gd name="adj1" fmla="val 14153928"/>
              <a:gd name="adj2" fmla="val 16155729"/>
              <a:gd name="adj3" fmla="val 5779"/>
            </a:avLst>
          </a:prstGeom>
          <a:solidFill>
            <a:srgbClr val="F5F6E4"/>
          </a:solidFill>
          <a:ln w="254000">
            <a:solidFill>
              <a:srgbClr val="F5F6E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3" name="空心弧 82">
            <a:extLst>
              <a:ext uri="{FF2B5EF4-FFF2-40B4-BE49-F238E27FC236}">
                <a16:creationId xmlns:a16="http://schemas.microsoft.com/office/drawing/2014/main" id="{86668462-C28E-4300-B1E5-D42205558CF2}"/>
              </a:ext>
            </a:extLst>
          </p:cNvPr>
          <p:cNvSpPr/>
          <p:nvPr/>
        </p:nvSpPr>
        <p:spPr>
          <a:xfrm rot="15154337">
            <a:off x="1970665" y="14370408"/>
            <a:ext cx="17866208" cy="18191553"/>
          </a:xfrm>
          <a:prstGeom prst="blockArc">
            <a:avLst>
              <a:gd name="adj1" fmla="val 14153928"/>
              <a:gd name="adj2" fmla="val 16155729"/>
              <a:gd name="adj3" fmla="val 5779"/>
            </a:avLst>
          </a:prstGeom>
          <a:solidFill>
            <a:srgbClr val="F5F6E4"/>
          </a:solidFill>
          <a:ln w="254000">
            <a:solidFill>
              <a:srgbClr val="F5F6E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4" name="空心弧 83">
            <a:extLst>
              <a:ext uri="{FF2B5EF4-FFF2-40B4-BE49-F238E27FC236}">
                <a16:creationId xmlns:a16="http://schemas.microsoft.com/office/drawing/2014/main" id="{A81C28B0-4979-4321-B3C1-221FBBFD6F98}"/>
              </a:ext>
            </a:extLst>
          </p:cNvPr>
          <p:cNvSpPr/>
          <p:nvPr/>
        </p:nvSpPr>
        <p:spPr>
          <a:xfrm rot="17317725">
            <a:off x="1788305" y="14306124"/>
            <a:ext cx="17866208" cy="18191553"/>
          </a:xfrm>
          <a:prstGeom prst="blockArc">
            <a:avLst>
              <a:gd name="adj1" fmla="val 14153928"/>
              <a:gd name="adj2" fmla="val 16155729"/>
              <a:gd name="adj3" fmla="val 5779"/>
            </a:avLst>
          </a:prstGeom>
          <a:solidFill>
            <a:srgbClr val="DDD5EA"/>
          </a:solidFill>
          <a:ln w="254000">
            <a:solidFill>
              <a:srgbClr val="DDD5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5" name="空心弧 84">
            <a:extLst>
              <a:ext uri="{FF2B5EF4-FFF2-40B4-BE49-F238E27FC236}">
                <a16:creationId xmlns:a16="http://schemas.microsoft.com/office/drawing/2014/main" id="{17F6044F-8DE3-4E51-AE19-9AF1E24B6881}"/>
              </a:ext>
            </a:extLst>
          </p:cNvPr>
          <p:cNvSpPr/>
          <p:nvPr/>
        </p:nvSpPr>
        <p:spPr>
          <a:xfrm rot="19477449">
            <a:off x="1603227" y="14399332"/>
            <a:ext cx="18191553" cy="17866208"/>
          </a:xfrm>
          <a:prstGeom prst="blockArc">
            <a:avLst>
              <a:gd name="adj1" fmla="val 14153928"/>
              <a:gd name="adj2" fmla="val 16155729"/>
              <a:gd name="adj3" fmla="val 5779"/>
            </a:avLst>
          </a:prstGeom>
          <a:solidFill>
            <a:srgbClr val="D8E6CF"/>
          </a:solidFill>
          <a:ln w="254000">
            <a:solidFill>
              <a:srgbClr val="D8E6C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4C24B27D-7E7F-40B7-AB8A-7438CF93F546}"/>
              </a:ext>
            </a:extLst>
          </p:cNvPr>
          <p:cNvCxnSpPr>
            <a:cxnSpLocks/>
          </p:cNvCxnSpPr>
          <p:nvPr/>
        </p:nvCxnSpPr>
        <p:spPr>
          <a:xfrm flipV="1">
            <a:off x="8966583" y="25005767"/>
            <a:ext cx="599997" cy="7263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AAD9F5E0-AC5C-4C3A-9EEA-A88A2E94B05F}"/>
              </a:ext>
            </a:extLst>
          </p:cNvPr>
          <p:cNvCxnSpPr/>
          <p:nvPr/>
        </p:nvCxnSpPr>
        <p:spPr>
          <a:xfrm>
            <a:off x="7870455" y="22532321"/>
            <a:ext cx="870089" cy="20191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FFA49C3A-2C20-490C-82D0-F013425B00A6}"/>
              </a:ext>
            </a:extLst>
          </p:cNvPr>
          <p:cNvCxnSpPr>
            <a:cxnSpLocks/>
          </p:cNvCxnSpPr>
          <p:nvPr/>
        </p:nvCxnSpPr>
        <p:spPr>
          <a:xfrm>
            <a:off x="10880791" y="20309514"/>
            <a:ext cx="0" cy="77155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E9EA4F9B-80F1-49D5-B055-20595A110603}"/>
              </a:ext>
            </a:extLst>
          </p:cNvPr>
          <p:cNvCxnSpPr/>
          <p:nvPr/>
        </p:nvCxnSpPr>
        <p:spPr>
          <a:xfrm flipH="1" flipV="1">
            <a:off x="12970454" y="23971659"/>
            <a:ext cx="831440" cy="21733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24A4E93A-6644-4087-BA9B-8B4167D7C616}"/>
              </a:ext>
            </a:extLst>
          </p:cNvPr>
          <p:cNvSpPr txBox="1"/>
          <p:nvPr/>
        </p:nvSpPr>
        <p:spPr>
          <a:xfrm>
            <a:off x="261697" y="224352"/>
            <a:ext cx="10787748" cy="16564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sz="5082" dirty="0"/>
              <a:t>The integration of machine learning into traditional Chinese medicine</a:t>
            </a:r>
          </a:p>
        </p:txBody>
      </p:sp>
    </p:spTree>
    <p:extLst>
      <p:ext uri="{BB962C8B-B14F-4D97-AF65-F5344CB8AC3E}">
        <p14:creationId xmlns:p14="http://schemas.microsoft.com/office/powerpoint/2010/main" val="2133556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54000">
          <a:gradFill>
            <a:gsLst>
              <a:gs pos="0">
                <a:srgbClr val="CFDAF1"/>
              </a:gs>
              <a:gs pos="74000">
                <a:srgbClr val="7193D3"/>
              </a:gs>
              <a:gs pos="83000">
                <a:srgbClr val="5B86CB"/>
              </a:gs>
              <a:gs pos="100000">
                <a:srgbClr val="517CC8"/>
              </a:gs>
            </a:gsLst>
            <a:lin ang="5400000" scaled="1"/>
          </a:gradFill>
          <a:headEnd type="none" w="med" len="med"/>
          <a:tailEnd type="none" w="med" len="med"/>
        </a:ln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594</TotalTime>
  <Words>9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佳慧 王</cp:lastModifiedBy>
  <cp:revision>131</cp:revision>
  <dcterms:created xsi:type="dcterms:W3CDTF">2025-06-25T00:24:40Z</dcterms:created>
  <dcterms:modified xsi:type="dcterms:W3CDTF">2025-09-27T06:12:11Z</dcterms:modified>
</cp:coreProperties>
</file>