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43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DFB3"/>
    <a:srgbClr val="D8D8D8"/>
    <a:srgbClr val="FFE699"/>
    <a:srgbClr val="F7CAAC"/>
    <a:srgbClr val="BCD6ED"/>
    <a:srgbClr val="4774C4"/>
    <a:srgbClr val="DDEBF6"/>
    <a:srgbClr val="FBE6D9"/>
    <a:srgbClr val="EC7728"/>
    <a:srgbClr val="EC7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34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3C7D5-935E-417D-BBBE-6C43FDE8CC3C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8F141-2893-4404-AE7A-64C8BCC822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3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98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7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21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0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7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1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02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5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3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17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87879-CE35-4BBE-B4E8-3EF2E5B273D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74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5D6AF0-9EC3-4865-A9A4-74A256DD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70" y="5731630"/>
            <a:ext cx="21272755" cy="103119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09A90CC-1A5F-4B60-B935-EAE80262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0065" y="4530437"/>
            <a:ext cx="17576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for Spatio-Temporal Data Science: A Tutorial and Survey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4CD9D0A4-8286-489C-822D-D9D3F76D4E85}"/>
              </a:ext>
            </a:extLst>
          </p:cNvPr>
          <p:cNvSpPr/>
          <p:nvPr/>
        </p:nvSpPr>
        <p:spPr>
          <a:xfrm>
            <a:off x="326770" y="17850176"/>
            <a:ext cx="6312310" cy="8436077"/>
          </a:xfrm>
          <a:prstGeom prst="roundRect">
            <a:avLst/>
          </a:prstGeom>
          <a:solidFill>
            <a:srgbClr val="FBE4D6"/>
          </a:solidFill>
          <a:ln w="85725">
            <a:solidFill>
              <a:srgbClr val="F0955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EBA0F22E-4C75-4AE0-99F3-D52B5646D877}"/>
              </a:ext>
            </a:extLst>
          </p:cNvPr>
          <p:cNvSpPr/>
          <p:nvPr/>
        </p:nvSpPr>
        <p:spPr>
          <a:xfrm>
            <a:off x="933450" y="18676457"/>
            <a:ext cx="5314950" cy="990600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60CCBF9-6BB6-4036-BFF3-4261319C7714}"/>
              </a:ext>
            </a:extLst>
          </p:cNvPr>
          <p:cNvSpPr/>
          <p:nvPr/>
        </p:nvSpPr>
        <p:spPr>
          <a:xfrm>
            <a:off x="933450" y="20225761"/>
            <a:ext cx="5314950" cy="990600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1E20EC8-30B6-481C-9CE5-E9BBC07AAD2F}"/>
              </a:ext>
            </a:extLst>
          </p:cNvPr>
          <p:cNvSpPr/>
          <p:nvPr/>
        </p:nvSpPr>
        <p:spPr>
          <a:xfrm>
            <a:off x="933450" y="21775617"/>
            <a:ext cx="5314950" cy="990600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C1A587E-375D-4D2A-974F-82007BD57AE7}"/>
              </a:ext>
            </a:extLst>
          </p:cNvPr>
          <p:cNvSpPr/>
          <p:nvPr/>
        </p:nvSpPr>
        <p:spPr>
          <a:xfrm>
            <a:off x="933450" y="23318667"/>
            <a:ext cx="5314950" cy="990600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94DC0B5D-7815-445F-9A1B-28442DD23973}"/>
              </a:ext>
            </a:extLst>
          </p:cNvPr>
          <p:cNvSpPr/>
          <p:nvPr/>
        </p:nvSpPr>
        <p:spPr>
          <a:xfrm rot="16200000">
            <a:off x="3390558" y="19504867"/>
            <a:ext cx="400733" cy="876829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F1CDBDDD-F9BB-4A0B-AA17-31C857CAE997}"/>
              </a:ext>
            </a:extLst>
          </p:cNvPr>
          <p:cNvSpPr/>
          <p:nvPr/>
        </p:nvSpPr>
        <p:spPr>
          <a:xfrm rot="16200000">
            <a:off x="3390558" y="21044304"/>
            <a:ext cx="400733" cy="876829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99E87AD7-E409-4E9F-9AB5-3753AA459D43}"/>
              </a:ext>
            </a:extLst>
          </p:cNvPr>
          <p:cNvSpPr/>
          <p:nvPr/>
        </p:nvSpPr>
        <p:spPr>
          <a:xfrm rot="16200000">
            <a:off x="3390558" y="22577408"/>
            <a:ext cx="400733" cy="876829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弧形 62">
            <a:extLst>
              <a:ext uri="{FF2B5EF4-FFF2-40B4-BE49-F238E27FC236}">
                <a16:creationId xmlns:a16="http://schemas.microsoft.com/office/drawing/2014/main" id="{11CB738F-41CC-4D76-8B4D-123A07A797EF}"/>
              </a:ext>
            </a:extLst>
          </p:cNvPr>
          <p:cNvSpPr/>
          <p:nvPr/>
        </p:nvSpPr>
        <p:spPr>
          <a:xfrm rot="5769848">
            <a:off x="7507450" y="18444231"/>
            <a:ext cx="7200000" cy="7200000"/>
          </a:xfrm>
          <a:prstGeom prst="arc">
            <a:avLst>
              <a:gd name="adj1" fmla="val 16701687"/>
              <a:gd name="adj2" fmla="val 20730789"/>
            </a:avLst>
          </a:prstGeom>
          <a:ln w="254000">
            <a:gradFill>
              <a:gsLst>
                <a:gs pos="0">
                  <a:srgbClr val="CFDAF1"/>
                </a:gs>
                <a:gs pos="49000">
                  <a:srgbClr val="7193D3"/>
                </a:gs>
                <a:gs pos="83000">
                  <a:srgbClr val="5B86CB"/>
                </a:gs>
                <a:gs pos="100000">
                  <a:srgbClr val="517CC8"/>
                </a:gs>
              </a:gsLst>
              <a:lin ang="5400000" scaled="1"/>
            </a:gra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弧形 63">
            <a:extLst>
              <a:ext uri="{FF2B5EF4-FFF2-40B4-BE49-F238E27FC236}">
                <a16:creationId xmlns:a16="http://schemas.microsoft.com/office/drawing/2014/main" id="{22E0B5D5-D928-4FE4-AAA6-B41D50ADA6EB}"/>
              </a:ext>
            </a:extLst>
          </p:cNvPr>
          <p:cNvSpPr/>
          <p:nvPr/>
        </p:nvSpPr>
        <p:spPr>
          <a:xfrm rot="10800000">
            <a:off x="7009534" y="18444522"/>
            <a:ext cx="7200000" cy="7200000"/>
          </a:xfrm>
          <a:prstGeom prst="arc">
            <a:avLst>
              <a:gd name="adj1" fmla="val 16701687"/>
              <a:gd name="adj2" fmla="val 20730789"/>
            </a:avLst>
          </a:prstGeom>
          <a:ln w="254000">
            <a:gradFill>
              <a:gsLst>
                <a:gs pos="0">
                  <a:srgbClr val="CFDAF1"/>
                </a:gs>
                <a:gs pos="33000">
                  <a:srgbClr val="85A3D9"/>
                </a:gs>
                <a:gs pos="83000">
                  <a:srgbClr val="5784CA"/>
                </a:gs>
                <a:gs pos="100000">
                  <a:srgbClr val="4F7AC8"/>
                </a:gs>
              </a:gsLst>
              <a:lin ang="108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弧形 64">
            <a:extLst>
              <a:ext uri="{FF2B5EF4-FFF2-40B4-BE49-F238E27FC236}">
                <a16:creationId xmlns:a16="http://schemas.microsoft.com/office/drawing/2014/main" id="{26E87544-F4F2-439A-B466-D1084E0E69B2}"/>
              </a:ext>
            </a:extLst>
          </p:cNvPr>
          <p:cNvSpPr/>
          <p:nvPr/>
        </p:nvSpPr>
        <p:spPr>
          <a:xfrm rot="16418162">
            <a:off x="7087374" y="18636553"/>
            <a:ext cx="7200000" cy="7200000"/>
          </a:xfrm>
          <a:prstGeom prst="arc">
            <a:avLst>
              <a:gd name="adj1" fmla="val 16701687"/>
              <a:gd name="adj2" fmla="val 20840316"/>
            </a:avLst>
          </a:prstGeom>
          <a:ln w="254000">
            <a:gradFill>
              <a:gsLst>
                <a:gs pos="0">
                  <a:srgbClr val="FCDECC"/>
                </a:gs>
                <a:gs pos="25000">
                  <a:srgbClr val="F7AB79"/>
                </a:gs>
                <a:gs pos="83000">
                  <a:srgbClr val="F09350"/>
                </a:gs>
                <a:gs pos="100000">
                  <a:srgbClr val="EE833B"/>
                </a:gs>
              </a:gsLst>
              <a:lin ang="5400000" scaled="1"/>
            </a:gra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弧形 65">
            <a:extLst>
              <a:ext uri="{FF2B5EF4-FFF2-40B4-BE49-F238E27FC236}">
                <a16:creationId xmlns:a16="http://schemas.microsoft.com/office/drawing/2014/main" id="{04B99E1F-3BBD-49FD-896B-F01FDA11324C}"/>
              </a:ext>
            </a:extLst>
          </p:cNvPr>
          <p:cNvSpPr/>
          <p:nvPr/>
        </p:nvSpPr>
        <p:spPr>
          <a:xfrm>
            <a:off x="7595375" y="18636553"/>
            <a:ext cx="7200000" cy="7200000"/>
          </a:xfrm>
          <a:prstGeom prst="arc">
            <a:avLst>
              <a:gd name="adj1" fmla="val 16701687"/>
              <a:gd name="adj2" fmla="val 20840316"/>
            </a:avLst>
          </a:prstGeom>
          <a:ln w="254000">
            <a:gradFill>
              <a:gsLst>
                <a:gs pos="0">
                  <a:srgbClr val="FCDECC"/>
                </a:gs>
                <a:gs pos="15000">
                  <a:srgbClr val="F7AB79"/>
                </a:gs>
                <a:gs pos="83000">
                  <a:srgbClr val="F09350"/>
                </a:gs>
                <a:gs pos="100000">
                  <a:srgbClr val="EE833B"/>
                </a:gs>
              </a:gsLst>
              <a:lin ang="108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D3EDBAAE-1B38-4167-8C50-21100A16C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073" y="20307594"/>
            <a:ext cx="3473274" cy="3473274"/>
          </a:xfrm>
          <a:prstGeom prst="rect">
            <a:avLst/>
          </a:prstGeom>
        </p:spPr>
      </p:pic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7BB9972A-4D69-47E3-ADEB-C82FA60E83AE}"/>
              </a:ext>
            </a:extLst>
          </p:cNvPr>
          <p:cNvSpPr/>
          <p:nvPr/>
        </p:nvSpPr>
        <p:spPr>
          <a:xfrm>
            <a:off x="15109570" y="17850176"/>
            <a:ext cx="6312310" cy="8436077"/>
          </a:xfrm>
          <a:prstGeom prst="roundRect">
            <a:avLst/>
          </a:prstGeom>
          <a:solidFill>
            <a:srgbClr val="DDEBF6"/>
          </a:solidFill>
          <a:ln w="85725">
            <a:solidFill>
              <a:srgbClr val="4170C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43B8AC65-613E-4C19-B00C-85D21AF67DF3}"/>
              </a:ext>
            </a:extLst>
          </p:cNvPr>
          <p:cNvSpPr/>
          <p:nvPr/>
        </p:nvSpPr>
        <p:spPr>
          <a:xfrm>
            <a:off x="15867380" y="18995916"/>
            <a:ext cx="1459808" cy="454382"/>
          </a:xfrm>
          <a:custGeom>
            <a:avLst/>
            <a:gdLst>
              <a:gd name="connsiteX0" fmla="*/ 0 w 1459808"/>
              <a:gd name="connsiteY0" fmla="*/ 454382 h 454382"/>
              <a:gd name="connsiteX1" fmla="*/ 116114 w 1459808"/>
              <a:gd name="connsiteY1" fmla="*/ 135068 h 454382"/>
              <a:gd name="connsiteX2" fmla="*/ 493486 w 1459808"/>
              <a:gd name="connsiteY2" fmla="*/ 4439 h 454382"/>
              <a:gd name="connsiteX3" fmla="*/ 1320800 w 1459808"/>
              <a:gd name="connsiteY3" fmla="*/ 33468 h 454382"/>
              <a:gd name="connsiteX4" fmla="*/ 1451429 w 1459808"/>
              <a:gd name="connsiteY4" fmla="*/ 62496 h 45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808" h="454382">
                <a:moveTo>
                  <a:pt x="0" y="454382"/>
                </a:moveTo>
                <a:cubicBezTo>
                  <a:pt x="16933" y="332220"/>
                  <a:pt x="33867" y="210058"/>
                  <a:pt x="116114" y="135068"/>
                </a:cubicBezTo>
                <a:cubicBezTo>
                  <a:pt x="198361" y="60078"/>
                  <a:pt x="292705" y="21372"/>
                  <a:pt x="493486" y="4439"/>
                </a:cubicBezTo>
                <a:cubicBezTo>
                  <a:pt x="694267" y="-12494"/>
                  <a:pt x="1161143" y="23792"/>
                  <a:pt x="1320800" y="33468"/>
                </a:cubicBezTo>
                <a:cubicBezTo>
                  <a:pt x="1480457" y="43144"/>
                  <a:pt x="1465943" y="52820"/>
                  <a:pt x="1451429" y="62496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5CA70620-0092-49D7-A994-D8F1F15614B7}"/>
              </a:ext>
            </a:extLst>
          </p:cNvPr>
          <p:cNvSpPr/>
          <p:nvPr/>
        </p:nvSpPr>
        <p:spPr>
          <a:xfrm>
            <a:off x="17076420" y="18821109"/>
            <a:ext cx="1234440" cy="189406"/>
          </a:xfrm>
          <a:custGeom>
            <a:avLst/>
            <a:gdLst>
              <a:gd name="connsiteX0" fmla="*/ 0 w 1234440"/>
              <a:gd name="connsiteY0" fmla="*/ 189406 h 189406"/>
              <a:gd name="connsiteX1" fmla="*/ 327660 w 1234440"/>
              <a:gd name="connsiteY1" fmla="*/ 37006 h 189406"/>
              <a:gd name="connsiteX2" fmla="*/ 601980 w 1234440"/>
              <a:gd name="connsiteY2" fmla="*/ 6526 h 189406"/>
              <a:gd name="connsiteX3" fmla="*/ 1234440 w 1234440"/>
              <a:gd name="connsiteY3" fmla="*/ 136066 h 189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189406">
                <a:moveTo>
                  <a:pt x="0" y="189406"/>
                </a:moveTo>
                <a:cubicBezTo>
                  <a:pt x="113665" y="128446"/>
                  <a:pt x="227330" y="67486"/>
                  <a:pt x="327660" y="37006"/>
                </a:cubicBezTo>
                <a:cubicBezTo>
                  <a:pt x="427990" y="6526"/>
                  <a:pt x="450850" y="-9984"/>
                  <a:pt x="601980" y="6526"/>
                </a:cubicBezTo>
                <a:cubicBezTo>
                  <a:pt x="753110" y="23036"/>
                  <a:pt x="993775" y="79551"/>
                  <a:pt x="1234440" y="136066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D557A711-298D-41EF-B348-C04793CB45FC}"/>
              </a:ext>
            </a:extLst>
          </p:cNvPr>
          <p:cNvSpPr/>
          <p:nvPr/>
        </p:nvSpPr>
        <p:spPr>
          <a:xfrm>
            <a:off x="18111787" y="18749219"/>
            <a:ext cx="1200150" cy="210462"/>
          </a:xfrm>
          <a:custGeom>
            <a:avLst/>
            <a:gdLst>
              <a:gd name="connsiteX0" fmla="*/ 0 w 1200150"/>
              <a:gd name="connsiteY0" fmla="*/ 148550 h 210462"/>
              <a:gd name="connsiteX1" fmla="*/ 647700 w 1200150"/>
              <a:gd name="connsiteY1" fmla="*/ 912 h 210462"/>
              <a:gd name="connsiteX2" fmla="*/ 1200150 w 1200150"/>
              <a:gd name="connsiteY2" fmla="*/ 210462 h 21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0150" h="210462">
                <a:moveTo>
                  <a:pt x="0" y="148550"/>
                </a:moveTo>
                <a:cubicBezTo>
                  <a:pt x="223837" y="69571"/>
                  <a:pt x="447675" y="-9407"/>
                  <a:pt x="647700" y="912"/>
                </a:cubicBezTo>
                <a:cubicBezTo>
                  <a:pt x="847725" y="11231"/>
                  <a:pt x="1023937" y="110846"/>
                  <a:pt x="1200150" y="210462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5B6283D2-8EA5-462B-BC28-6D85FA521DD4}"/>
              </a:ext>
            </a:extLst>
          </p:cNvPr>
          <p:cNvSpPr/>
          <p:nvPr/>
        </p:nvSpPr>
        <p:spPr>
          <a:xfrm>
            <a:off x="19223831" y="18749219"/>
            <a:ext cx="1200150" cy="261296"/>
          </a:xfrm>
          <a:custGeom>
            <a:avLst/>
            <a:gdLst>
              <a:gd name="connsiteX0" fmla="*/ 0 w 1200150"/>
              <a:gd name="connsiteY0" fmla="*/ 148550 h 210462"/>
              <a:gd name="connsiteX1" fmla="*/ 647700 w 1200150"/>
              <a:gd name="connsiteY1" fmla="*/ 912 h 210462"/>
              <a:gd name="connsiteX2" fmla="*/ 1200150 w 1200150"/>
              <a:gd name="connsiteY2" fmla="*/ 210462 h 21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0150" h="210462">
                <a:moveTo>
                  <a:pt x="0" y="148550"/>
                </a:moveTo>
                <a:cubicBezTo>
                  <a:pt x="223837" y="69571"/>
                  <a:pt x="447675" y="-9407"/>
                  <a:pt x="647700" y="912"/>
                </a:cubicBezTo>
                <a:cubicBezTo>
                  <a:pt x="847725" y="11231"/>
                  <a:pt x="1023937" y="110846"/>
                  <a:pt x="1200150" y="210462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8D5BDFD5-E6ED-4DF9-82FA-5CD5EAA73216}"/>
              </a:ext>
            </a:extLst>
          </p:cNvPr>
          <p:cNvSpPr/>
          <p:nvPr/>
        </p:nvSpPr>
        <p:spPr>
          <a:xfrm>
            <a:off x="20313650" y="18917805"/>
            <a:ext cx="574929" cy="679450"/>
          </a:xfrm>
          <a:custGeom>
            <a:avLst/>
            <a:gdLst>
              <a:gd name="connsiteX0" fmla="*/ 0 w 574929"/>
              <a:gd name="connsiteY0" fmla="*/ 0 h 679450"/>
              <a:gd name="connsiteX1" fmla="*/ 508000 w 574929"/>
              <a:gd name="connsiteY1" fmla="*/ 260350 h 679450"/>
              <a:gd name="connsiteX2" fmla="*/ 539750 w 574929"/>
              <a:gd name="connsiteY2" fmla="*/ 533400 h 679450"/>
              <a:gd name="connsiteX3" fmla="*/ 234950 w 574929"/>
              <a:gd name="connsiteY3" fmla="*/ 679450 h 67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929" h="679450">
                <a:moveTo>
                  <a:pt x="0" y="0"/>
                </a:moveTo>
                <a:cubicBezTo>
                  <a:pt x="209021" y="85725"/>
                  <a:pt x="418042" y="171450"/>
                  <a:pt x="508000" y="260350"/>
                </a:cubicBezTo>
                <a:cubicBezTo>
                  <a:pt x="597958" y="349250"/>
                  <a:pt x="585258" y="463550"/>
                  <a:pt x="539750" y="533400"/>
                </a:cubicBezTo>
                <a:cubicBezTo>
                  <a:pt x="494242" y="603250"/>
                  <a:pt x="364596" y="641350"/>
                  <a:pt x="234950" y="67945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22E48724-F4A5-487D-80A6-1A7319343F6A}"/>
              </a:ext>
            </a:extLst>
          </p:cNvPr>
          <p:cNvSpPr/>
          <p:nvPr/>
        </p:nvSpPr>
        <p:spPr>
          <a:xfrm>
            <a:off x="20231983" y="19457866"/>
            <a:ext cx="801762" cy="615950"/>
          </a:xfrm>
          <a:custGeom>
            <a:avLst/>
            <a:gdLst>
              <a:gd name="connsiteX0" fmla="*/ 641350 w 801762"/>
              <a:gd name="connsiteY0" fmla="*/ 0 h 615950"/>
              <a:gd name="connsiteX1" fmla="*/ 800100 w 801762"/>
              <a:gd name="connsiteY1" fmla="*/ 273050 h 615950"/>
              <a:gd name="connsiteX2" fmla="*/ 552450 w 801762"/>
              <a:gd name="connsiteY2" fmla="*/ 520700 h 615950"/>
              <a:gd name="connsiteX3" fmla="*/ 0 w 801762"/>
              <a:gd name="connsiteY3" fmla="*/ 615950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762" h="615950">
                <a:moveTo>
                  <a:pt x="641350" y="0"/>
                </a:moveTo>
                <a:cubicBezTo>
                  <a:pt x="728133" y="93133"/>
                  <a:pt x="814917" y="186267"/>
                  <a:pt x="800100" y="273050"/>
                </a:cubicBezTo>
                <a:cubicBezTo>
                  <a:pt x="785283" y="359833"/>
                  <a:pt x="685800" y="463550"/>
                  <a:pt x="552450" y="520700"/>
                </a:cubicBezTo>
                <a:cubicBezTo>
                  <a:pt x="419100" y="577850"/>
                  <a:pt x="209550" y="596900"/>
                  <a:pt x="0" y="61595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3B79ED9C-9CD7-4465-80BE-1C4B2C814E78}"/>
              </a:ext>
            </a:extLst>
          </p:cNvPr>
          <p:cNvSpPr/>
          <p:nvPr/>
        </p:nvSpPr>
        <p:spPr>
          <a:xfrm>
            <a:off x="19107150" y="19762355"/>
            <a:ext cx="1182253" cy="691325"/>
          </a:xfrm>
          <a:custGeom>
            <a:avLst/>
            <a:gdLst>
              <a:gd name="connsiteX0" fmla="*/ 717550 w 1182253"/>
              <a:gd name="connsiteY0" fmla="*/ 0 h 691325"/>
              <a:gd name="connsiteX1" fmla="*/ 1181100 w 1182253"/>
              <a:gd name="connsiteY1" fmla="*/ 349250 h 691325"/>
              <a:gd name="connsiteX2" fmla="*/ 831850 w 1182253"/>
              <a:gd name="connsiteY2" fmla="*/ 647700 h 691325"/>
              <a:gd name="connsiteX3" fmla="*/ 298450 w 1182253"/>
              <a:gd name="connsiteY3" fmla="*/ 685800 h 691325"/>
              <a:gd name="connsiteX4" fmla="*/ 0 w 1182253"/>
              <a:gd name="connsiteY4" fmla="*/ 609600 h 69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253" h="691325">
                <a:moveTo>
                  <a:pt x="717550" y="0"/>
                </a:moveTo>
                <a:cubicBezTo>
                  <a:pt x="939800" y="120650"/>
                  <a:pt x="1162050" y="241300"/>
                  <a:pt x="1181100" y="349250"/>
                </a:cubicBezTo>
                <a:cubicBezTo>
                  <a:pt x="1200150" y="457200"/>
                  <a:pt x="978958" y="591608"/>
                  <a:pt x="831850" y="647700"/>
                </a:cubicBezTo>
                <a:cubicBezTo>
                  <a:pt x="684742" y="703792"/>
                  <a:pt x="437092" y="692150"/>
                  <a:pt x="298450" y="685800"/>
                </a:cubicBezTo>
                <a:cubicBezTo>
                  <a:pt x="159808" y="679450"/>
                  <a:pt x="79904" y="644525"/>
                  <a:pt x="0" y="60960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882680A1-76A8-487E-AFAE-48F20E658F59}"/>
              </a:ext>
            </a:extLst>
          </p:cNvPr>
          <p:cNvSpPr/>
          <p:nvPr/>
        </p:nvSpPr>
        <p:spPr>
          <a:xfrm>
            <a:off x="17373600" y="20276705"/>
            <a:ext cx="1778000" cy="349250"/>
          </a:xfrm>
          <a:custGeom>
            <a:avLst/>
            <a:gdLst>
              <a:gd name="connsiteX0" fmla="*/ 1778000 w 1778000"/>
              <a:gd name="connsiteY0" fmla="*/ 0 h 349250"/>
              <a:gd name="connsiteX1" fmla="*/ 1574800 w 1778000"/>
              <a:gd name="connsiteY1" fmla="*/ 260350 h 349250"/>
              <a:gd name="connsiteX2" fmla="*/ 850900 w 1778000"/>
              <a:gd name="connsiteY2" fmla="*/ 349250 h 349250"/>
              <a:gd name="connsiteX3" fmla="*/ 222250 w 1778000"/>
              <a:gd name="connsiteY3" fmla="*/ 260350 h 349250"/>
              <a:gd name="connsiteX4" fmla="*/ 0 w 1778000"/>
              <a:gd name="connsiteY4" fmla="*/ 444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8000" h="349250">
                <a:moveTo>
                  <a:pt x="1778000" y="0"/>
                </a:moveTo>
                <a:cubicBezTo>
                  <a:pt x="1753658" y="101071"/>
                  <a:pt x="1729317" y="202142"/>
                  <a:pt x="1574800" y="260350"/>
                </a:cubicBezTo>
                <a:cubicBezTo>
                  <a:pt x="1420283" y="318558"/>
                  <a:pt x="1076325" y="349250"/>
                  <a:pt x="850900" y="349250"/>
                </a:cubicBezTo>
                <a:cubicBezTo>
                  <a:pt x="625475" y="349250"/>
                  <a:pt x="364067" y="311150"/>
                  <a:pt x="222250" y="260350"/>
                </a:cubicBezTo>
                <a:cubicBezTo>
                  <a:pt x="80433" y="209550"/>
                  <a:pt x="40216" y="127000"/>
                  <a:pt x="0" y="4445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C3BCA6-1E29-4567-87B2-A1F7775F4FD8}"/>
              </a:ext>
            </a:extLst>
          </p:cNvPr>
          <p:cNvSpPr/>
          <p:nvPr/>
        </p:nvSpPr>
        <p:spPr>
          <a:xfrm>
            <a:off x="16119949" y="20328933"/>
            <a:ext cx="1358426" cy="202698"/>
          </a:xfrm>
          <a:custGeom>
            <a:avLst/>
            <a:gdLst>
              <a:gd name="connsiteX0" fmla="*/ 1320800 w 1320800"/>
              <a:gd name="connsiteY0" fmla="*/ 146050 h 202698"/>
              <a:gd name="connsiteX1" fmla="*/ 1130300 w 1320800"/>
              <a:gd name="connsiteY1" fmla="*/ 190500 h 202698"/>
              <a:gd name="connsiteX2" fmla="*/ 781050 w 1320800"/>
              <a:gd name="connsiteY2" fmla="*/ 190500 h 202698"/>
              <a:gd name="connsiteX3" fmla="*/ 222250 w 1320800"/>
              <a:gd name="connsiteY3" fmla="*/ 50800 h 202698"/>
              <a:gd name="connsiteX4" fmla="*/ 0 w 1320800"/>
              <a:gd name="connsiteY4" fmla="*/ 0 h 20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800" h="202698">
                <a:moveTo>
                  <a:pt x="1320800" y="146050"/>
                </a:moveTo>
                <a:cubicBezTo>
                  <a:pt x="1270529" y="164571"/>
                  <a:pt x="1220258" y="183092"/>
                  <a:pt x="1130300" y="190500"/>
                </a:cubicBezTo>
                <a:cubicBezTo>
                  <a:pt x="1040342" y="197908"/>
                  <a:pt x="932392" y="213783"/>
                  <a:pt x="781050" y="190500"/>
                </a:cubicBezTo>
                <a:cubicBezTo>
                  <a:pt x="629708" y="167217"/>
                  <a:pt x="352425" y="82550"/>
                  <a:pt x="222250" y="50800"/>
                </a:cubicBezTo>
                <a:cubicBezTo>
                  <a:pt x="92075" y="19050"/>
                  <a:pt x="46037" y="9525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47DBEFA5-E82D-418C-9D44-117D60E90985}"/>
              </a:ext>
            </a:extLst>
          </p:cNvPr>
          <p:cNvSpPr/>
          <p:nvPr/>
        </p:nvSpPr>
        <p:spPr>
          <a:xfrm>
            <a:off x="15496070" y="19861609"/>
            <a:ext cx="823430" cy="463718"/>
          </a:xfrm>
          <a:custGeom>
            <a:avLst/>
            <a:gdLst>
              <a:gd name="connsiteX0" fmla="*/ 823430 w 823430"/>
              <a:gd name="connsiteY0" fmla="*/ 387350 h 423271"/>
              <a:gd name="connsiteX1" fmla="*/ 315430 w 823430"/>
              <a:gd name="connsiteY1" fmla="*/ 412750 h 423271"/>
              <a:gd name="connsiteX2" fmla="*/ 4280 w 823430"/>
              <a:gd name="connsiteY2" fmla="*/ 234950 h 423271"/>
              <a:gd name="connsiteX3" fmla="*/ 163030 w 823430"/>
              <a:gd name="connsiteY3" fmla="*/ 0 h 42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430" h="423271">
                <a:moveTo>
                  <a:pt x="823430" y="387350"/>
                </a:moveTo>
                <a:cubicBezTo>
                  <a:pt x="637692" y="412750"/>
                  <a:pt x="451955" y="438150"/>
                  <a:pt x="315430" y="412750"/>
                </a:cubicBezTo>
                <a:cubicBezTo>
                  <a:pt x="178905" y="387350"/>
                  <a:pt x="29680" y="303742"/>
                  <a:pt x="4280" y="234950"/>
                </a:cubicBezTo>
                <a:cubicBezTo>
                  <a:pt x="-21120" y="166158"/>
                  <a:pt x="70955" y="83079"/>
                  <a:pt x="163030" y="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34F430C4-F54B-45FF-AD7D-9BAF45E835F2}"/>
              </a:ext>
            </a:extLst>
          </p:cNvPr>
          <p:cNvSpPr/>
          <p:nvPr/>
        </p:nvSpPr>
        <p:spPr>
          <a:xfrm>
            <a:off x="15364359" y="19425805"/>
            <a:ext cx="580491" cy="435803"/>
          </a:xfrm>
          <a:custGeom>
            <a:avLst/>
            <a:gdLst>
              <a:gd name="connsiteX0" fmla="*/ 580491 w 580491"/>
              <a:gd name="connsiteY0" fmla="*/ 431800 h 435803"/>
              <a:gd name="connsiteX1" fmla="*/ 110591 w 580491"/>
              <a:gd name="connsiteY1" fmla="*/ 400050 h 435803"/>
              <a:gd name="connsiteX2" fmla="*/ 28041 w 580491"/>
              <a:gd name="connsiteY2" fmla="*/ 171450 h 435803"/>
              <a:gd name="connsiteX3" fmla="*/ 497941 w 580491"/>
              <a:gd name="connsiteY3" fmla="*/ 0 h 435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491" h="435803">
                <a:moveTo>
                  <a:pt x="580491" y="431800"/>
                </a:moveTo>
                <a:cubicBezTo>
                  <a:pt x="391578" y="437621"/>
                  <a:pt x="202666" y="443442"/>
                  <a:pt x="110591" y="400050"/>
                </a:cubicBezTo>
                <a:cubicBezTo>
                  <a:pt x="18516" y="356658"/>
                  <a:pt x="-36517" y="238125"/>
                  <a:pt x="28041" y="171450"/>
                </a:cubicBezTo>
                <a:cubicBezTo>
                  <a:pt x="92599" y="104775"/>
                  <a:pt x="295270" y="52387"/>
                  <a:pt x="497941" y="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箭头: 右 79">
            <a:extLst>
              <a:ext uri="{FF2B5EF4-FFF2-40B4-BE49-F238E27FC236}">
                <a16:creationId xmlns:a16="http://schemas.microsoft.com/office/drawing/2014/main" id="{2F23DA71-EACC-431C-AE5A-45AD43EA29EB}"/>
              </a:ext>
            </a:extLst>
          </p:cNvPr>
          <p:cNvSpPr/>
          <p:nvPr/>
        </p:nvSpPr>
        <p:spPr>
          <a:xfrm rot="19159674">
            <a:off x="16577624" y="20560753"/>
            <a:ext cx="609813" cy="565082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箭头: 右 80">
            <a:extLst>
              <a:ext uri="{FF2B5EF4-FFF2-40B4-BE49-F238E27FC236}">
                <a16:creationId xmlns:a16="http://schemas.microsoft.com/office/drawing/2014/main" id="{1956D4B0-34AD-486E-BD9B-0DA2CA81F991}"/>
              </a:ext>
            </a:extLst>
          </p:cNvPr>
          <p:cNvSpPr/>
          <p:nvPr/>
        </p:nvSpPr>
        <p:spPr>
          <a:xfrm rot="13048381">
            <a:off x="19449442" y="20578526"/>
            <a:ext cx="609813" cy="565082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D054AC46-540F-4D48-9CD9-F496AE2B0C36}"/>
              </a:ext>
            </a:extLst>
          </p:cNvPr>
          <p:cNvSpPr/>
          <p:nvPr/>
        </p:nvSpPr>
        <p:spPr>
          <a:xfrm rot="16200000">
            <a:off x="19519000" y="22062390"/>
            <a:ext cx="609813" cy="565082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52D7DB06-83D6-48F4-98AC-91029529F919}"/>
              </a:ext>
            </a:extLst>
          </p:cNvPr>
          <p:cNvSpPr/>
          <p:nvPr/>
        </p:nvSpPr>
        <p:spPr>
          <a:xfrm rot="16200000">
            <a:off x="16386710" y="22062389"/>
            <a:ext cx="609813" cy="565082"/>
          </a:xfrm>
          <a:prstGeom prst="rightArrow">
            <a:avLst/>
          </a:prstGeom>
          <a:solidFill>
            <a:srgbClr val="ED7C31"/>
          </a:solidFill>
          <a:ln>
            <a:solidFill>
              <a:srgbClr val="ED7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59830BD-50A8-4B47-BA0C-19B415E3B6ED}"/>
              </a:ext>
            </a:extLst>
          </p:cNvPr>
          <p:cNvSpPr/>
          <p:nvPr/>
        </p:nvSpPr>
        <p:spPr>
          <a:xfrm>
            <a:off x="15564332" y="21256305"/>
            <a:ext cx="2254568" cy="686674"/>
          </a:xfrm>
          <a:prstGeom prst="roundRect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E96806E6-A82B-4B38-A446-2D6D9086D630}"/>
              </a:ext>
            </a:extLst>
          </p:cNvPr>
          <p:cNvSpPr/>
          <p:nvPr/>
        </p:nvSpPr>
        <p:spPr>
          <a:xfrm>
            <a:off x="18627064" y="21249695"/>
            <a:ext cx="2254568" cy="686674"/>
          </a:xfrm>
          <a:prstGeom prst="roundRect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DCF580F-6F0F-4805-905A-F19D93F0DD0C}"/>
              </a:ext>
            </a:extLst>
          </p:cNvPr>
          <p:cNvSpPr/>
          <p:nvPr/>
        </p:nvSpPr>
        <p:spPr>
          <a:xfrm>
            <a:off x="15570576" y="22649837"/>
            <a:ext cx="5253000" cy="201471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B1AEAE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B988385-FB58-4B3B-B552-DD914FA80151}"/>
              </a:ext>
            </a:extLst>
          </p:cNvPr>
          <p:cNvSpPr/>
          <p:nvPr/>
        </p:nvSpPr>
        <p:spPr>
          <a:xfrm>
            <a:off x="7934197" y="17216005"/>
            <a:ext cx="6057900" cy="857250"/>
          </a:xfrm>
          <a:prstGeom prst="roundRect">
            <a:avLst/>
          </a:prstGeom>
          <a:solidFill>
            <a:srgbClr val="FBE4D6"/>
          </a:solidFill>
          <a:ln w="76200">
            <a:solidFill>
              <a:srgbClr val="EC7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CEC5466B-FBB4-4C3A-A393-C60A950FB78F}"/>
              </a:ext>
            </a:extLst>
          </p:cNvPr>
          <p:cNvSpPr/>
          <p:nvPr/>
        </p:nvSpPr>
        <p:spPr>
          <a:xfrm>
            <a:off x="7934197" y="26207605"/>
            <a:ext cx="6057900" cy="857250"/>
          </a:xfrm>
          <a:prstGeom prst="roundRect">
            <a:avLst/>
          </a:prstGeom>
          <a:solidFill>
            <a:srgbClr val="DDEBF6"/>
          </a:solidFill>
          <a:ln w="76200">
            <a:solidFill>
              <a:srgbClr val="4774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3D7DBE3-0630-4AD5-9AD8-6050F856AF68}"/>
              </a:ext>
            </a:extLst>
          </p:cNvPr>
          <p:cNvSpPr/>
          <p:nvPr/>
        </p:nvSpPr>
        <p:spPr>
          <a:xfrm>
            <a:off x="6419850" y="21410989"/>
            <a:ext cx="1504950" cy="1405715"/>
          </a:xfrm>
          <a:prstGeom prst="ellipse">
            <a:avLst/>
          </a:prstGeom>
          <a:solidFill>
            <a:srgbClr val="FBE6D9"/>
          </a:solidFill>
          <a:ln w="69850">
            <a:solidFill>
              <a:srgbClr val="EC7728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0FFF109-1CB0-4CF9-ABA4-446BE32A6303}"/>
              </a:ext>
            </a:extLst>
          </p:cNvPr>
          <p:cNvSpPr/>
          <p:nvPr/>
        </p:nvSpPr>
        <p:spPr>
          <a:xfrm>
            <a:off x="10210672" y="18020089"/>
            <a:ext cx="1504950" cy="1405715"/>
          </a:xfrm>
          <a:prstGeom prst="ellipse">
            <a:avLst/>
          </a:prstGeom>
          <a:solidFill>
            <a:srgbClr val="FBE6D9"/>
          </a:solidFill>
          <a:ln w="69850">
            <a:solidFill>
              <a:srgbClr val="EC7728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4F1E461F-FBEC-4FBF-8DD8-14B88CFC8220}"/>
              </a:ext>
            </a:extLst>
          </p:cNvPr>
          <p:cNvSpPr/>
          <p:nvPr/>
        </p:nvSpPr>
        <p:spPr>
          <a:xfrm>
            <a:off x="13914437" y="21449089"/>
            <a:ext cx="1504950" cy="1405715"/>
          </a:xfrm>
          <a:prstGeom prst="ellipse">
            <a:avLst/>
          </a:prstGeom>
          <a:solidFill>
            <a:srgbClr val="DDEBF6"/>
          </a:solidFill>
          <a:ln w="69850">
            <a:solidFill>
              <a:srgbClr val="4774C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9D603CE-F02B-4DB6-A4FC-689D9EADE877}"/>
              </a:ext>
            </a:extLst>
          </p:cNvPr>
          <p:cNvSpPr/>
          <p:nvPr/>
        </p:nvSpPr>
        <p:spPr>
          <a:xfrm>
            <a:off x="10210672" y="24897139"/>
            <a:ext cx="1504950" cy="1405715"/>
          </a:xfrm>
          <a:prstGeom prst="ellipse">
            <a:avLst/>
          </a:prstGeom>
          <a:solidFill>
            <a:srgbClr val="DDEBF6"/>
          </a:solidFill>
          <a:ln w="69850">
            <a:solidFill>
              <a:srgbClr val="4774C4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E5CFC429-93F4-4D94-85F1-A66DF6F57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31" y="23780868"/>
            <a:ext cx="1217640" cy="121764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671BD49B-347C-45CA-AD66-09733BB87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434" y="21712427"/>
            <a:ext cx="879038" cy="879038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67580067-EF9B-49B6-BB0B-3093C7F2C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20" y="22068214"/>
            <a:ext cx="1313920" cy="131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4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0">
          <a:gradFill>
            <a:gsLst>
              <a:gs pos="0">
                <a:srgbClr val="CFDAF1"/>
              </a:gs>
              <a:gs pos="74000">
                <a:srgbClr val="7193D3"/>
              </a:gs>
              <a:gs pos="83000">
                <a:srgbClr val="5B86CB"/>
              </a:gs>
              <a:gs pos="100000">
                <a:srgbClr val="517CC8"/>
              </a:gs>
            </a:gsLst>
            <a:lin ang="5400000" scaled="1"/>
          </a:gradFill>
          <a:headEnd type="none" w="med" len="med"/>
          <a:tailEnd type="none" w="med" len="med"/>
        </a:ln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</TotalTime>
  <Words>13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佳慧 王</cp:lastModifiedBy>
  <cp:revision>123</cp:revision>
  <dcterms:created xsi:type="dcterms:W3CDTF">2025-06-25T00:24:40Z</dcterms:created>
  <dcterms:modified xsi:type="dcterms:W3CDTF">2025-09-23T09:32:21Z</dcterms:modified>
</cp:coreProperties>
</file>