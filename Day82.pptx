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21599525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C5AC"/>
    <a:srgbClr val="848384"/>
    <a:srgbClr val="B4E4A1"/>
    <a:srgbClr val="F4F4F4"/>
    <a:srgbClr val="EDEDED"/>
    <a:srgbClr val="8C858C"/>
    <a:srgbClr val="FAEEF9"/>
    <a:srgbClr val="94AEBB"/>
    <a:srgbClr val="C1E4F5"/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288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B771B-96F5-4310-B701-5F8D2D7CEB95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106613" y="1143000"/>
            <a:ext cx="2644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EA6F9D-EDD1-4918-9CA6-7B14D7E9B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55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EA6F9D-EDD1-4918-9CA6-7B14D7E9BD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365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4124164"/>
            <a:ext cx="18359596" cy="8773325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3235822"/>
            <a:ext cx="16199644" cy="6084159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F961-5736-40DB-A8CF-02B4456C72C7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7CF-C35D-449D-AB1F-766D7E417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56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F961-5736-40DB-A8CF-02B4456C72C7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7CF-C35D-449D-AB1F-766D7E417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066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6282501"/>
            <a:ext cx="18629590" cy="10482488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16864157"/>
            <a:ext cx="18629590" cy="5512493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F961-5736-40DB-A8CF-02B4456C72C7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7CF-C35D-449D-AB1F-766D7E417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58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6708326"/>
            <a:ext cx="9179798" cy="159891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6708326"/>
            <a:ext cx="9179798" cy="159891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F961-5736-40DB-A8CF-02B4456C72C7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7CF-C35D-449D-AB1F-766D7E417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905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341671"/>
            <a:ext cx="18629590" cy="48708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6177496"/>
            <a:ext cx="9137610" cy="3027495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9204991"/>
            <a:ext cx="9137610" cy="135391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6177496"/>
            <a:ext cx="9182611" cy="3027495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9204991"/>
            <a:ext cx="9182611" cy="135391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F961-5736-40DB-A8CF-02B4456C72C7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7CF-C35D-449D-AB1F-766D7E417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93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F961-5736-40DB-A8CF-02B4456C72C7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7CF-C35D-449D-AB1F-766D7E417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093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F961-5736-40DB-A8CF-02B4456C72C7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7CF-C35D-449D-AB1F-766D7E417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8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679998"/>
            <a:ext cx="6966409" cy="587999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3628335"/>
            <a:ext cx="10934760" cy="17908316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7559993"/>
            <a:ext cx="6966409" cy="14005821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F961-5736-40DB-A8CF-02B4456C72C7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7CF-C35D-449D-AB1F-766D7E417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57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679998"/>
            <a:ext cx="6966409" cy="587999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3628335"/>
            <a:ext cx="10934760" cy="17908316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7559993"/>
            <a:ext cx="6966409" cy="14005821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F961-5736-40DB-A8CF-02B4456C72C7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7CF-C35D-449D-AB1F-766D7E417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79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F961-5736-40DB-A8CF-02B4456C72C7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7CF-C35D-449D-AB1F-766D7E417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62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341665"/>
            <a:ext cx="4657398" cy="2135581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341665"/>
            <a:ext cx="13702199" cy="2135581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F961-5736-40DB-A8CF-02B4456C72C7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D7CF-C35D-449D-AB1F-766D7E417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40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341671"/>
            <a:ext cx="18629590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6708326"/>
            <a:ext cx="18629590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23356649"/>
            <a:ext cx="4859893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3F961-5736-40DB-A8CF-02B4456C72C7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23356649"/>
            <a:ext cx="728984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23356649"/>
            <a:ext cx="4859893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FD7CF-C35D-449D-AB1F-766D7E417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305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2F4FD1F3-8BE8-4015-9772-9942FFB3C5F0}"/>
              </a:ext>
            </a:extLst>
          </p:cNvPr>
          <p:cNvSpPr/>
          <p:nvPr/>
        </p:nvSpPr>
        <p:spPr>
          <a:xfrm>
            <a:off x="3357232" y="11025997"/>
            <a:ext cx="6037312" cy="4352501"/>
          </a:xfrm>
          <a:prstGeom prst="rect">
            <a:avLst/>
          </a:prstGeom>
          <a:solidFill>
            <a:srgbClr val="F2FEE9"/>
          </a:solidFill>
          <a:ln>
            <a:solidFill>
              <a:srgbClr val="F2FE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D413B2F-B9EA-498E-B155-DBA651B5CAD8}"/>
              </a:ext>
            </a:extLst>
          </p:cNvPr>
          <p:cNvSpPr/>
          <p:nvPr/>
        </p:nvSpPr>
        <p:spPr>
          <a:xfrm>
            <a:off x="3337180" y="6797985"/>
            <a:ext cx="6037312" cy="4199084"/>
          </a:xfrm>
          <a:prstGeom prst="rect">
            <a:avLst/>
          </a:prstGeom>
          <a:solidFill>
            <a:srgbClr val="EAFCFE"/>
          </a:solidFill>
          <a:ln>
            <a:solidFill>
              <a:srgbClr val="EAFC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53CB758-1F9F-4DEC-BDC5-2D0E67899390}"/>
              </a:ext>
            </a:extLst>
          </p:cNvPr>
          <p:cNvSpPr/>
          <p:nvPr/>
        </p:nvSpPr>
        <p:spPr>
          <a:xfrm>
            <a:off x="0" y="6838320"/>
            <a:ext cx="3357233" cy="8564006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264E6D3-DCF4-4BE9-A4A4-811B88E7B435}"/>
              </a:ext>
            </a:extLst>
          </p:cNvPr>
          <p:cNvSpPr/>
          <p:nvPr/>
        </p:nvSpPr>
        <p:spPr>
          <a:xfrm>
            <a:off x="9353126" y="6814492"/>
            <a:ext cx="3357233" cy="8564006"/>
          </a:xfrm>
          <a:prstGeom prst="rect">
            <a:avLst/>
          </a:prstGeom>
          <a:solidFill>
            <a:srgbClr val="FEF0FD"/>
          </a:solidFill>
          <a:ln>
            <a:solidFill>
              <a:srgbClr val="FEF0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C9BD52C-AB26-4282-8823-F0C81682573C}"/>
              </a:ext>
            </a:extLst>
          </p:cNvPr>
          <p:cNvSpPr/>
          <p:nvPr/>
        </p:nvSpPr>
        <p:spPr>
          <a:xfrm>
            <a:off x="12710358" y="6814492"/>
            <a:ext cx="5003953" cy="8564006"/>
          </a:xfrm>
          <a:prstGeom prst="rect">
            <a:avLst/>
          </a:prstGeom>
          <a:solidFill>
            <a:srgbClr val="FEF6B2"/>
          </a:solidFill>
          <a:ln>
            <a:solidFill>
              <a:srgbClr val="FEF6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E902E76-91D1-4E4A-BCFD-9735970A6E55}"/>
              </a:ext>
            </a:extLst>
          </p:cNvPr>
          <p:cNvSpPr/>
          <p:nvPr/>
        </p:nvSpPr>
        <p:spPr>
          <a:xfrm>
            <a:off x="17789758" y="6838320"/>
            <a:ext cx="3510034" cy="8564006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BD8C7CCD-7371-4840-A5C8-16A2C79A649F}"/>
              </a:ext>
            </a:extLst>
          </p:cNvPr>
          <p:cNvSpPr/>
          <p:nvPr/>
        </p:nvSpPr>
        <p:spPr>
          <a:xfrm>
            <a:off x="4155700" y="7774939"/>
            <a:ext cx="3730171" cy="2307772"/>
          </a:xfrm>
          <a:prstGeom prst="roundRect">
            <a:avLst/>
          </a:prstGeom>
          <a:solidFill>
            <a:srgbClr val="94E9F2"/>
          </a:solidFill>
          <a:ln w="38100">
            <a:solidFill>
              <a:srgbClr val="06AF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B258244-C61F-4491-ABD3-997AE5D753B7}"/>
              </a:ext>
            </a:extLst>
          </p:cNvPr>
          <p:cNvSpPr/>
          <p:nvPr/>
        </p:nvSpPr>
        <p:spPr>
          <a:xfrm>
            <a:off x="4808842" y="8018507"/>
            <a:ext cx="522514" cy="1828800"/>
          </a:xfrm>
          <a:prstGeom prst="rect">
            <a:avLst/>
          </a:prstGeom>
          <a:solidFill>
            <a:srgbClr val="05323A"/>
          </a:solidFill>
          <a:ln w="28575">
            <a:solidFill>
              <a:srgbClr val="4F95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37531D1-9E10-4953-A050-5BF461030598}"/>
              </a:ext>
            </a:extLst>
          </p:cNvPr>
          <p:cNvSpPr/>
          <p:nvPr/>
        </p:nvSpPr>
        <p:spPr>
          <a:xfrm>
            <a:off x="5846613" y="8018507"/>
            <a:ext cx="522514" cy="1828800"/>
          </a:xfrm>
          <a:prstGeom prst="rect">
            <a:avLst/>
          </a:prstGeom>
          <a:solidFill>
            <a:srgbClr val="235C6A"/>
          </a:solidFill>
          <a:ln w="28575">
            <a:solidFill>
              <a:srgbClr val="2E6D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E5F5C74-1BC8-468F-8A5B-7C3334876CF6}"/>
              </a:ext>
            </a:extLst>
          </p:cNvPr>
          <p:cNvSpPr/>
          <p:nvPr/>
        </p:nvSpPr>
        <p:spPr>
          <a:xfrm>
            <a:off x="6782784" y="8018507"/>
            <a:ext cx="522514" cy="1828800"/>
          </a:xfrm>
          <a:prstGeom prst="rect">
            <a:avLst/>
          </a:prstGeom>
          <a:solidFill>
            <a:srgbClr val="268893"/>
          </a:solidFill>
          <a:ln w="28575">
            <a:solidFill>
              <a:srgbClr val="2E6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C352AA2D-A292-4277-B562-759BC4B389B5}"/>
              </a:ext>
            </a:extLst>
          </p:cNvPr>
          <p:cNvCxnSpPr>
            <a:stCxn id="64" idx="3"/>
          </p:cNvCxnSpPr>
          <p:nvPr/>
        </p:nvCxnSpPr>
        <p:spPr>
          <a:xfrm>
            <a:off x="5331358" y="8932907"/>
            <a:ext cx="515257" cy="0"/>
          </a:xfrm>
          <a:prstGeom prst="straightConnector1">
            <a:avLst/>
          </a:prstGeom>
          <a:ln w="76200">
            <a:solidFill>
              <a:srgbClr val="145F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5F8A879C-024D-4C38-AD4D-DAA8109B84B4}"/>
              </a:ext>
            </a:extLst>
          </p:cNvPr>
          <p:cNvCxnSpPr/>
          <p:nvPr/>
        </p:nvCxnSpPr>
        <p:spPr>
          <a:xfrm>
            <a:off x="6369128" y="8885282"/>
            <a:ext cx="413657" cy="0"/>
          </a:xfrm>
          <a:prstGeom prst="straightConnector1">
            <a:avLst/>
          </a:prstGeom>
          <a:ln w="76200">
            <a:solidFill>
              <a:srgbClr val="145F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258A0675-9BFA-4415-B2D9-3ECC26F716C5}"/>
              </a:ext>
            </a:extLst>
          </p:cNvPr>
          <p:cNvCxnSpPr>
            <a:stCxn id="63" idx="1"/>
            <a:endCxn id="64" idx="1"/>
          </p:cNvCxnSpPr>
          <p:nvPr/>
        </p:nvCxnSpPr>
        <p:spPr>
          <a:xfrm>
            <a:off x="4155700" y="8928825"/>
            <a:ext cx="653143" cy="4082"/>
          </a:xfrm>
          <a:prstGeom prst="straightConnector1">
            <a:avLst/>
          </a:prstGeom>
          <a:ln w="76200">
            <a:solidFill>
              <a:srgbClr val="145F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A121B2DA-6AD7-41C9-ACED-DDDB9D9EB767}"/>
              </a:ext>
            </a:extLst>
          </p:cNvPr>
          <p:cNvSpPr/>
          <p:nvPr/>
        </p:nvSpPr>
        <p:spPr>
          <a:xfrm>
            <a:off x="8408385" y="8018507"/>
            <a:ext cx="522514" cy="1828800"/>
          </a:xfrm>
          <a:prstGeom prst="rect">
            <a:avLst/>
          </a:prstGeom>
          <a:solidFill>
            <a:srgbClr val="81BBC7"/>
          </a:solidFill>
          <a:ln w="38100">
            <a:solidFill>
              <a:srgbClr val="406F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F1EA0FAC-9ED2-4287-8AB2-94E16D1CBE1D}"/>
              </a:ext>
            </a:extLst>
          </p:cNvPr>
          <p:cNvCxnSpPr>
            <a:stCxn id="66" idx="3"/>
            <a:endCxn id="70" idx="1"/>
          </p:cNvCxnSpPr>
          <p:nvPr/>
        </p:nvCxnSpPr>
        <p:spPr>
          <a:xfrm>
            <a:off x="7305298" y="8932907"/>
            <a:ext cx="1103086" cy="0"/>
          </a:xfrm>
          <a:prstGeom prst="straightConnector1">
            <a:avLst/>
          </a:prstGeom>
          <a:ln w="76200">
            <a:solidFill>
              <a:srgbClr val="145F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06BB5BFC-7892-4BEC-B86B-A671876AFBD8}"/>
              </a:ext>
            </a:extLst>
          </p:cNvPr>
          <p:cNvSpPr/>
          <p:nvPr/>
        </p:nvSpPr>
        <p:spPr>
          <a:xfrm>
            <a:off x="10032726" y="7892641"/>
            <a:ext cx="1047548" cy="2072368"/>
          </a:xfrm>
          <a:prstGeom prst="roundRect">
            <a:avLst/>
          </a:prstGeom>
          <a:solidFill>
            <a:srgbClr val="E7B5C9"/>
          </a:solidFill>
          <a:ln w="38100">
            <a:solidFill>
              <a:srgbClr val="CD78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A5C9850A-E693-41BE-A9D6-A931A5E027F0}"/>
              </a:ext>
            </a:extLst>
          </p:cNvPr>
          <p:cNvSpPr/>
          <p:nvPr/>
        </p:nvSpPr>
        <p:spPr>
          <a:xfrm>
            <a:off x="10032726" y="12110742"/>
            <a:ext cx="1047548" cy="2072368"/>
          </a:xfrm>
          <a:prstGeom prst="roundRect">
            <a:avLst/>
          </a:prstGeom>
          <a:solidFill>
            <a:srgbClr val="E7B5C9"/>
          </a:solidFill>
          <a:ln w="38100">
            <a:solidFill>
              <a:srgbClr val="CD78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C6480042-47CF-4B19-A1F7-4BF718FEFAB7}"/>
              </a:ext>
            </a:extLst>
          </p:cNvPr>
          <p:cNvCxnSpPr>
            <a:cxnSpLocks/>
            <a:stCxn id="70" idx="3"/>
            <a:endCxn id="72" idx="1"/>
          </p:cNvCxnSpPr>
          <p:nvPr/>
        </p:nvCxnSpPr>
        <p:spPr>
          <a:xfrm flipV="1">
            <a:off x="8930898" y="8928825"/>
            <a:ext cx="1101828" cy="4082"/>
          </a:xfrm>
          <a:prstGeom prst="straightConnector1">
            <a:avLst/>
          </a:prstGeom>
          <a:ln w="76200">
            <a:solidFill>
              <a:srgbClr val="145F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99FD0963-AAC2-45F6-A9F6-F5AD8FF9696E}"/>
              </a:ext>
            </a:extLst>
          </p:cNvPr>
          <p:cNvSpPr/>
          <p:nvPr/>
        </p:nvSpPr>
        <p:spPr>
          <a:xfrm>
            <a:off x="3922211" y="11991063"/>
            <a:ext cx="4370060" cy="2181906"/>
          </a:xfrm>
          <a:prstGeom prst="roundRect">
            <a:avLst/>
          </a:prstGeom>
          <a:solidFill>
            <a:srgbClr val="B3E299"/>
          </a:solidFill>
          <a:ln w="38100">
            <a:solidFill>
              <a:srgbClr val="7EB9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08E7CC0-B00E-48DC-AB39-532E06924D91}"/>
              </a:ext>
            </a:extLst>
          </p:cNvPr>
          <p:cNvSpPr/>
          <p:nvPr/>
        </p:nvSpPr>
        <p:spPr>
          <a:xfrm>
            <a:off x="4155699" y="12268812"/>
            <a:ext cx="508000" cy="1727200"/>
          </a:xfrm>
          <a:prstGeom prst="rect">
            <a:avLst/>
          </a:prstGeom>
          <a:solidFill>
            <a:srgbClr val="DBE9F6"/>
          </a:solidFill>
          <a:ln w="38100">
            <a:solidFill>
              <a:srgbClr val="7E98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90E45575-89D3-4FA1-A813-EBA99469E4BC}"/>
              </a:ext>
            </a:extLst>
          </p:cNvPr>
          <p:cNvSpPr/>
          <p:nvPr/>
        </p:nvSpPr>
        <p:spPr>
          <a:xfrm>
            <a:off x="4878968" y="12268812"/>
            <a:ext cx="508000" cy="1727200"/>
          </a:xfrm>
          <a:prstGeom prst="rect">
            <a:avLst/>
          </a:prstGeom>
          <a:solidFill>
            <a:srgbClr val="CDF7B4"/>
          </a:solidFill>
          <a:ln w="38100">
            <a:solidFill>
              <a:srgbClr val="ACDC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5E0361B6-6EEC-4805-8724-74EF1F7FEB92}"/>
              </a:ext>
            </a:extLst>
          </p:cNvPr>
          <p:cNvSpPr/>
          <p:nvPr/>
        </p:nvSpPr>
        <p:spPr>
          <a:xfrm>
            <a:off x="5538184" y="12268812"/>
            <a:ext cx="508000" cy="1727200"/>
          </a:xfrm>
          <a:prstGeom prst="rect">
            <a:avLst/>
          </a:prstGeom>
          <a:solidFill>
            <a:srgbClr val="F3A260"/>
          </a:solidFill>
          <a:ln w="38100">
            <a:solidFill>
              <a:srgbClr val="C04C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CA97DB7-56EC-4CC8-9892-083C528AD9A2}"/>
              </a:ext>
            </a:extLst>
          </p:cNvPr>
          <p:cNvSpPr/>
          <p:nvPr/>
        </p:nvSpPr>
        <p:spPr>
          <a:xfrm>
            <a:off x="6197325" y="12283326"/>
            <a:ext cx="508000" cy="1727200"/>
          </a:xfrm>
          <a:prstGeom prst="rect">
            <a:avLst/>
          </a:prstGeom>
          <a:solidFill>
            <a:srgbClr val="FEF6AC"/>
          </a:solidFill>
          <a:ln w="38100">
            <a:solidFill>
              <a:srgbClr val="ECC9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6D97810-BE45-4BA2-BC62-DB973FE61038}"/>
              </a:ext>
            </a:extLst>
          </p:cNvPr>
          <p:cNvSpPr/>
          <p:nvPr/>
        </p:nvSpPr>
        <p:spPr>
          <a:xfrm>
            <a:off x="6894163" y="12268812"/>
            <a:ext cx="508000" cy="1727200"/>
          </a:xfrm>
          <a:prstGeom prst="rect">
            <a:avLst/>
          </a:prstGeom>
          <a:solidFill>
            <a:srgbClr val="CDF7B4"/>
          </a:solidFill>
          <a:ln w="38100">
            <a:solidFill>
              <a:srgbClr val="ACDC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1AEFC7C-CFD5-4351-8B32-EB69549317CA}"/>
              </a:ext>
            </a:extLst>
          </p:cNvPr>
          <p:cNvSpPr/>
          <p:nvPr/>
        </p:nvSpPr>
        <p:spPr>
          <a:xfrm>
            <a:off x="7562778" y="12268812"/>
            <a:ext cx="508000" cy="1727200"/>
          </a:xfrm>
          <a:prstGeom prst="rect">
            <a:avLst/>
          </a:prstGeom>
          <a:solidFill>
            <a:srgbClr val="F3A260"/>
          </a:solidFill>
          <a:ln w="38100">
            <a:solidFill>
              <a:srgbClr val="C04C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6D9EBF6-27FB-488A-A998-55E706B0FCA3}"/>
              </a:ext>
            </a:extLst>
          </p:cNvPr>
          <p:cNvSpPr/>
          <p:nvPr/>
        </p:nvSpPr>
        <p:spPr>
          <a:xfrm>
            <a:off x="8637138" y="12232526"/>
            <a:ext cx="522514" cy="1828800"/>
          </a:xfrm>
          <a:prstGeom prst="rect">
            <a:avLst/>
          </a:prstGeom>
          <a:solidFill>
            <a:srgbClr val="81BBC7"/>
          </a:solidFill>
          <a:ln w="38100">
            <a:solidFill>
              <a:srgbClr val="406F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2F204D91-FA7D-4938-91E6-158383ACE90D}"/>
              </a:ext>
            </a:extLst>
          </p:cNvPr>
          <p:cNvCxnSpPr>
            <a:stCxn id="81" idx="3"/>
            <a:endCxn id="82" idx="1"/>
          </p:cNvCxnSpPr>
          <p:nvPr/>
        </p:nvCxnSpPr>
        <p:spPr>
          <a:xfrm>
            <a:off x="8070778" y="13132412"/>
            <a:ext cx="566360" cy="14514"/>
          </a:xfrm>
          <a:prstGeom prst="straightConnector1">
            <a:avLst/>
          </a:prstGeom>
          <a:ln w="76200">
            <a:solidFill>
              <a:srgbClr val="6DB0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EEBD5D90-FBC5-4004-867C-A42C5EF4F640}"/>
              </a:ext>
            </a:extLst>
          </p:cNvPr>
          <p:cNvCxnSpPr>
            <a:stCxn id="82" idx="3"/>
            <a:endCxn id="73" idx="1"/>
          </p:cNvCxnSpPr>
          <p:nvPr/>
        </p:nvCxnSpPr>
        <p:spPr>
          <a:xfrm>
            <a:off x="9159652" y="13146926"/>
            <a:ext cx="873074" cy="0"/>
          </a:xfrm>
          <a:prstGeom prst="straightConnector1">
            <a:avLst/>
          </a:prstGeom>
          <a:ln w="76200">
            <a:solidFill>
              <a:srgbClr val="6DB0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弧形 84">
            <a:extLst>
              <a:ext uri="{FF2B5EF4-FFF2-40B4-BE49-F238E27FC236}">
                <a16:creationId xmlns:a16="http://schemas.microsoft.com/office/drawing/2014/main" id="{3EA4B519-B0BC-4A7C-B682-DAAE85A6C296}"/>
              </a:ext>
            </a:extLst>
          </p:cNvPr>
          <p:cNvSpPr/>
          <p:nvPr/>
        </p:nvSpPr>
        <p:spPr>
          <a:xfrm>
            <a:off x="9825897" y="8885282"/>
            <a:ext cx="2283002" cy="4057188"/>
          </a:xfrm>
          <a:prstGeom prst="arc">
            <a:avLst>
              <a:gd name="adj1" fmla="val 16377092"/>
              <a:gd name="adj2" fmla="val 20684478"/>
            </a:avLst>
          </a:prstGeom>
          <a:ln w="57150">
            <a:solidFill>
              <a:srgbClr val="C768A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弧形 85">
            <a:extLst>
              <a:ext uri="{FF2B5EF4-FFF2-40B4-BE49-F238E27FC236}">
                <a16:creationId xmlns:a16="http://schemas.microsoft.com/office/drawing/2014/main" id="{819B51AE-13EA-4491-AD6D-329D36172B04}"/>
              </a:ext>
            </a:extLst>
          </p:cNvPr>
          <p:cNvSpPr/>
          <p:nvPr/>
        </p:nvSpPr>
        <p:spPr>
          <a:xfrm rot="21260748" flipV="1">
            <a:off x="9698567" y="9073687"/>
            <a:ext cx="2391778" cy="4057188"/>
          </a:xfrm>
          <a:prstGeom prst="arc">
            <a:avLst>
              <a:gd name="adj1" fmla="val 16164560"/>
              <a:gd name="adj2" fmla="val 20684478"/>
            </a:avLst>
          </a:prstGeom>
          <a:ln w="57150">
            <a:solidFill>
              <a:srgbClr val="C768A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7FEF4E42-0FD2-4B40-A870-A2D2CCD326A7}"/>
              </a:ext>
            </a:extLst>
          </p:cNvPr>
          <p:cNvSpPr/>
          <p:nvPr/>
        </p:nvSpPr>
        <p:spPr>
          <a:xfrm>
            <a:off x="11757077" y="10624055"/>
            <a:ext cx="673200" cy="673543"/>
          </a:xfrm>
          <a:prstGeom prst="ellipse">
            <a:avLst/>
          </a:prstGeom>
          <a:solidFill>
            <a:srgbClr val="146082"/>
          </a:solidFill>
          <a:ln w="38100">
            <a:solidFill>
              <a:srgbClr val="0021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8" name="图片 87">
            <a:extLst>
              <a:ext uri="{FF2B5EF4-FFF2-40B4-BE49-F238E27FC236}">
                <a16:creationId xmlns:a16="http://schemas.microsoft.com/office/drawing/2014/main" id="{E1DA6A96-0F59-4E9D-BFCD-F55DB7B32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79" y="9693509"/>
            <a:ext cx="2148066" cy="2075253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20149AC7-D1D9-44F6-8A85-A085E6043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110" y="10084230"/>
            <a:ext cx="2100205" cy="2026512"/>
          </a:xfrm>
          <a:prstGeom prst="rect">
            <a:avLst/>
          </a:prstGeom>
        </p:spPr>
      </p:pic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E2BADEEE-3C7E-48A1-A2A6-AF0757BE34E5}"/>
              </a:ext>
            </a:extLst>
          </p:cNvPr>
          <p:cNvSpPr/>
          <p:nvPr/>
        </p:nvSpPr>
        <p:spPr>
          <a:xfrm>
            <a:off x="3018142" y="11373113"/>
            <a:ext cx="914400" cy="1745416"/>
          </a:xfrm>
          <a:custGeom>
            <a:avLst/>
            <a:gdLst>
              <a:gd name="connsiteX0" fmla="*/ 0 w 914400"/>
              <a:gd name="connsiteY0" fmla="*/ 0 h 1745416"/>
              <a:gd name="connsiteX1" fmla="*/ 368300 w 914400"/>
              <a:gd name="connsiteY1" fmla="*/ 419100 h 1745416"/>
              <a:gd name="connsiteX2" fmla="*/ 457200 w 914400"/>
              <a:gd name="connsiteY2" fmla="*/ 1168400 h 1745416"/>
              <a:gd name="connsiteX3" fmla="*/ 685800 w 914400"/>
              <a:gd name="connsiteY3" fmla="*/ 1676400 h 1745416"/>
              <a:gd name="connsiteX4" fmla="*/ 914400 w 914400"/>
              <a:gd name="connsiteY4" fmla="*/ 1727200 h 1745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1745416">
                <a:moveTo>
                  <a:pt x="0" y="0"/>
                </a:moveTo>
                <a:cubicBezTo>
                  <a:pt x="146050" y="112183"/>
                  <a:pt x="292100" y="224367"/>
                  <a:pt x="368300" y="419100"/>
                </a:cubicBezTo>
                <a:cubicBezTo>
                  <a:pt x="444500" y="613833"/>
                  <a:pt x="404283" y="958850"/>
                  <a:pt x="457200" y="1168400"/>
                </a:cubicBezTo>
                <a:cubicBezTo>
                  <a:pt x="510117" y="1377950"/>
                  <a:pt x="609600" y="1583267"/>
                  <a:pt x="685800" y="1676400"/>
                </a:cubicBezTo>
                <a:cubicBezTo>
                  <a:pt x="762000" y="1769533"/>
                  <a:pt x="838200" y="1748366"/>
                  <a:pt x="914400" y="1727200"/>
                </a:cubicBezTo>
              </a:path>
            </a:pathLst>
          </a:custGeom>
          <a:ln w="57150">
            <a:solidFill>
              <a:srgbClr val="6DB028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F5627CE1-3C59-44F7-9A44-0E129AED4BC9}"/>
              </a:ext>
            </a:extLst>
          </p:cNvPr>
          <p:cNvSpPr/>
          <p:nvPr/>
        </p:nvSpPr>
        <p:spPr>
          <a:xfrm>
            <a:off x="3005442" y="8934713"/>
            <a:ext cx="1092200" cy="1625600"/>
          </a:xfrm>
          <a:custGeom>
            <a:avLst/>
            <a:gdLst>
              <a:gd name="connsiteX0" fmla="*/ 0 w 1092200"/>
              <a:gd name="connsiteY0" fmla="*/ 1625600 h 1625600"/>
              <a:gd name="connsiteX1" fmla="*/ 419100 w 1092200"/>
              <a:gd name="connsiteY1" fmla="*/ 1333500 h 1625600"/>
              <a:gd name="connsiteX2" fmla="*/ 558800 w 1092200"/>
              <a:gd name="connsiteY2" fmla="*/ 812800 h 1625600"/>
              <a:gd name="connsiteX3" fmla="*/ 711200 w 1092200"/>
              <a:gd name="connsiteY3" fmla="*/ 292100 h 1625600"/>
              <a:gd name="connsiteX4" fmla="*/ 1092200 w 1092200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2200" h="1625600">
                <a:moveTo>
                  <a:pt x="0" y="1625600"/>
                </a:moveTo>
                <a:cubicBezTo>
                  <a:pt x="162983" y="1547283"/>
                  <a:pt x="325967" y="1468967"/>
                  <a:pt x="419100" y="1333500"/>
                </a:cubicBezTo>
                <a:cubicBezTo>
                  <a:pt x="512233" y="1198033"/>
                  <a:pt x="510117" y="986367"/>
                  <a:pt x="558800" y="812800"/>
                </a:cubicBezTo>
                <a:cubicBezTo>
                  <a:pt x="607483" y="639233"/>
                  <a:pt x="622300" y="427567"/>
                  <a:pt x="711200" y="292100"/>
                </a:cubicBezTo>
                <a:cubicBezTo>
                  <a:pt x="800100" y="156633"/>
                  <a:pt x="946150" y="78316"/>
                  <a:pt x="1092200" y="0"/>
                </a:cubicBezTo>
              </a:path>
            </a:pathLst>
          </a:custGeom>
          <a:ln w="57150">
            <a:solidFill>
              <a:srgbClr val="145F8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: 单圆角 91">
            <a:extLst>
              <a:ext uri="{FF2B5EF4-FFF2-40B4-BE49-F238E27FC236}">
                <a16:creationId xmlns:a16="http://schemas.microsoft.com/office/drawing/2014/main" id="{E5369081-C1B8-4C0C-B6EA-C96A4968CF99}"/>
              </a:ext>
            </a:extLst>
          </p:cNvPr>
          <p:cNvSpPr/>
          <p:nvPr/>
        </p:nvSpPr>
        <p:spPr>
          <a:xfrm rot="10800000" flipH="1">
            <a:off x="3380092" y="6830611"/>
            <a:ext cx="4933042" cy="708925"/>
          </a:xfrm>
          <a:prstGeom prst="round1Rect">
            <a:avLst>
              <a:gd name="adj" fmla="val 50000"/>
            </a:avLst>
          </a:prstGeom>
          <a:solidFill>
            <a:srgbClr val="2D93AA"/>
          </a:solidFill>
          <a:ln>
            <a:solidFill>
              <a:srgbClr val="2D93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: 单圆角 92">
            <a:extLst>
              <a:ext uri="{FF2B5EF4-FFF2-40B4-BE49-F238E27FC236}">
                <a16:creationId xmlns:a16="http://schemas.microsoft.com/office/drawing/2014/main" id="{2851ABCD-C33B-4CFD-9AC9-7DF7FB9D5F54}"/>
              </a:ext>
            </a:extLst>
          </p:cNvPr>
          <p:cNvSpPr/>
          <p:nvPr/>
        </p:nvSpPr>
        <p:spPr>
          <a:xfrm rot="10800000" flipH="1" flipV="1">
            <a:off x="3426156" y="14593480"/>
            <a:ext cx="5779561" cy="764493"/>
          </a:xfrm>
          <a:prstGeom prst="round1Rect">
            <a:avLst>
              <a:gd name="adj" fmla="val 50000"/>
            </a:avLst>
          </a:prstGeom>
          <a:solidFill>
            <a:srgbClr val="76B432"/>
          </a:solidFill>
          <a:ln>
            <a:solidFill>
              <a:srgbClr val="76B4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411ECB78-1870-493F-9C9C-DBA92B3D3BCF}"/>
              </a:ext>
            </a:extLst>
          </p:cNvPr>
          <p:cNvSpPr/>
          <p:nvPr/>
        </p:nvSpPr>
        <p:spPr>
          <a:xfrm>
            <a:off x="12972793" y="13213669"/>
            <a:ext cx="4546599" cy="1231900"/>
          </a:xfrm>
          <a:prstGeom prst="roundRect">
            <a:avLst>
              <a:gd name="adj" fmla="val 45076"/>
            </a:avLst>
          </a:prstGeom>
          <a:solidFill>
            <a:srgbClr val="FEBF00"/>
          </a:solidFill>
          <a:ln>
            <a:solidFill>
              <a:srgbClr val="FEB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D501C900-102B-4DD0-A2A1-A1E27BF80A07}"/>
              </a:ext>
            </a:extLst>
          </p:cNvPr>
          <p:cNvSpPr/>
          <p:nvPr/>
        </p:nvSpPr>
        <p:spPr>
          <a:xfrm>
            <a:off x="13305880" y="9987869"/>
            <a:ext cx="586740" cy="1935480"/>
          </a:xfrm>
          <a:prstGeom prst="rect">
            <a:avLst/>
          </a:prstGeom>
          <a:solidFill>
            <a:srgbClr val="B1DDF0"/>
          </a:solidFill>
          <a:ln w="38100">
            <a:solidFill>
              <a:srgbClr val="0B5A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AFF19EEE-0A1F-4E9B-A9FB-B64040BF622F}"/>
              </a:ext>
            </a:extLst>
          </p:cNvPr>
          <p:cNvSpPr/>
          <p:nvPr/>
        </p:nvSpPr>
        <p:spPr>
          <a:xfrm rot="10800000">
            <a:off x="13915480" y="9987869"/>
            <a:ext cx="342900" cy="1935480"/>
          </a:xfrm>
          <a:prstGeom prst="rect">
            <a:avLst/>
          </a:prstGeom>
          <a:gradFill>
            <a:gsLst>
              <a:gs pos="30000">
                <a:srgbClr val="9DBAC6"/>
              </a:gs>
              <a:gs pos="0">
                <a:srgbClr val="F1AA83"/>
              </a:gs>
              <a:gs pos="44000">
                <a:srgbClr val="73C3E8"/>
              </a:gs>
              <a:gs pos="100000">
                <a:srgbClr val="5AA5DE"/>
              </a:gs>
            </a:gsLst>
            <a:lin ang="5400000" scaled="1"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右大括号 96">
            <a:extLst>
              <a:ext uri="{FF2B5EF4-FFF2-40B4-BE49-F238E27FC236}">
                <a16:creationId xmlns:a16="http://schemas.microsoft.com/office/drawing/2014/main" id="{590BE768-7E68-4CFD-9341-B81B76EA7D03}"/>
              </a:ext>
            </a:extLst>
          </p:cNvPr>
          <p:cNvSpPr/>
          <p:nvPr/>
        </p:nvSpPr>
        <p:spPr>
          <a:xfrm rot="16200000">
            <a:off x="13565404" y="9559386"/>
            <a:ext cx="166759" cy="533396"/>
          </a:xfrm>
          <a:prstGeom prst="rightBrace">
            <a:avLst>
              <a:gd name="adj1" fmla="val 43571"/>
              <a:gd name="adj2" fmla="val 50595"/>
            </a:avLst>
          </a:prstGeom>
          <a:ln w="28575">
            <a:solidFill>
              <a:srgbClr val="0958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9CBA1503-9652-408A-B089-956AAE5E21F2}"/>
              </a:ext>
            </a:extLst>
          </p:cNvPr>
          <p:cNvSpPr/>
          <p:nvPr/>
        </p:nvSpPr>
        <p:spPr>
          <a:xfrm>
            <a:off x="14829880" y="9987869"/>
            <a:ext cx="586740" cy="1935480"/>
          </a:xfrm>
          <a:prstGeom prst="rect">
            <a:avLst/>
          </a:prstGeom>
          <a:solidFill>
            <a:srgbClr val="B1DDF0"/>
          </a:solidFill>
          <a:ln w="38100">
            <a:solidFill>
              <a:srgbClr val="0B5A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38B4BDAE-E054-4260-9A85-6BFB5C0CB529}"/>
              </a:ext>
            </a:extLst>
          </p:cNvPr>
          <p:cNvSpPr/>
          <p:nvPr/>
        </p:nvSpPr>
        <p:spPr>
          <a:xfrm rot="10800000">
            <a:off x="15439480" y="9987869"/>
            <a:ext cx="342900" cy="1935480"/>
          </a:xfrm>
          <a:prstGeom prst="rect">
            <a:avLst/>
          </a:prstGeom>
          <a:gradFill>
            <a:gsLst>
              <a:gs pos="30000">
                <a:srgbClr val="9DBAC6"/>
              </a:gs>
              <a:gs pos="0">
                <a:srgbClr val="F1AA83"/>
              </a:gs>
              <a:gs pos="44000">
                <a:srgbClr val="73C3E8"/>
              </a:gs>
              <a:gs pos="100000">
                <a:srgbClr val="5AA5DE"/>
              </a:gs>
            </a:gsLst>
            <a:lin ang="5400000" scaled="1"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右大括号 99">
            <a:extLst>
              <a:ext uri="{FF2B5EF4-FFF2-40B4-BE49-F238E27FC236}">
                <a16:creationId xmlns:a16="http://schemas.microsoft.com/office/drawing/2014/main" id="{39281E54-2838-4F25-ABE4-832DB5D755FB}"/>
              </a:ext>
            </a:extLst>
          </p:cNvPr>
          <p:cNvSpPr/>
          <p:nvPr/>
        </p:nvSpPr>
        <p:spPr>
          <a:xfrm rot="16200000">
            <a:off x="15032254" y="9559386"/>
            <a:ext cx="166759" cy="533396"/>
          </a:xfrm>
          <a:prstGeom prst="rightBrace">
            <a:avLst>
              <a:gd name="adj1" fmla="val 43571"/>
              <a:gd name="adj2" fmla="val 50595"/>
            </a:avLst>
          </a:prstGeom>
          <a:ln w="28575">
            <a:solidFill>
              <a:srgbClr val="0958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465D770C-6F0E-4DB5-98D7-499671261A80}"/>
              </a:ext>
            </a:extLst>
          </p:cNvPr>
          <p:cNvSpPr/>
          <p:nvPr/>
        </p:nvSpPr>
        <p:spPr>
          <a:xfrm>
            <a:off x="16327209" y="9987869"/>
            <a:ext cx="586740" cy="1935480"/>
          </a:xfrm>
          <a:prstGeom prst="rect">
            <a:avLst/>
          </a:prstGeom>
          <a:solidFill>
            <a:srgbClr val="B1DDF0"/>
          </a:solidFill>
          <a:ln w="38100">
            <a:solidFill>
              <a:srgbClr val="0B5A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0C61CAE5-5545-4B0C-A7F7-718B090E91D4}"/>
              </a:ext>
            </a:extLst>
          </p:cNvPr>
          <p:cNvSpPr/>
          <p:nvPr/>
        </p:nvSpPr>
        <p:spPr>
          <a:xfrm rot="10800000">
            <a:off x="16936809" y="9987869"/>
            <a:ext cx="342900" cy="1935480"/>
          </a:xfrm>
          <a:prstGeom prst="rect">
            <a:avLst/>
          </a:prstGeom>
          <a:gradFill>
            <a:gsLst>
              <a:gs pos="30000">
                <a:srgbClr val="9DBAC6"/>
              </a:gs>
              <a:gs pos="0">
                <a:srgbClr val="F1AA83"/>
              </a:gs>
              <a:gs pos="44000">
                <a:srgbClr val="73C3E8"/>
              </a:gs>
              <a:gs pos="100000">
                <a:srgbClr val="5AA5DE"/>
              </a:gs>
            </a:gsLst>
            <a:lin ang="5400000" scaled="1"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右大括号 102">
            <a:extLst>
              <a:ext uri="{FF2B5EF4-FFF2-40B4-BE49-F238E27FC236}">
                <a16:creationId xmlns:a16="http://schemas.microsoft.com/office/drawing/2014/main" id="{1B3CE12F-6518-4DBA-812F-254FC16991BA}"/>
              </a:ext>
            </a:extLst>
          </p:cNvPr>
          <p:cNvSpPr/>
          <p:nvPr/>
        </p:nvSpPr>
        <p:spPr>
          <a:xfrm rot="16200000">
            <a:off x="16520058" y="9559386"/>
            <a:ext cx="166759" cy="533396"/>
          </a:xfrm>
          <a:prstGeom prst="rightBrace">
            <a:avLst>
              <a:gd name="adj1" fmla="val 43571"/>
              <a:gd name="adj2" fmla="val 50595"/>
            </a:avLst>
          </a:prstGeom>
          <a:ln w="28575">
            <a:solidFill>
              <a:srgbClr val="0958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C2D6F7DE-DE4A-459E-82AC-F589F1A3E298}"/>
              </a:ext>
            </a:extLst>
          </p:cNvPr>
          <p:cNvCxnSpPr>
            <a:endCxn id="95" idx="1"/>
          </p:cNvCxnSpPr>
          <p:nvPr/>
        </p:nvCxnSpPr>
        <p:spPr>
          <a:xfrm flipV="1">
            <a:off x="12430279" y="10955609"/>
            <a:ext cx="875603" cy="8564"/>
          </a:xfrm>
          <a:prstGeom prst="straightConnector1">
            <a:avLst/>
          </a:prstGeom>
          <a:ln w="76200">
            <a:solidFill>
              <a:srgbClr val="DEA5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C53CB519-7C2F-4D45-BD0C-4396F405BF33}"/>
              </a:ext>
            </a:extLst>
          </p:cNvPr>
          <p:cNvSpPr/>
          <p:nvPr/>
        </p:nvSpPr>
        <p:spPr>
          <a:xfrm>
            <a:off x="18212044" y="9517962"/>
            <a:ext cx="667657" cy="2779653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9A9A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弧形 105">
            <a:extLst>
              <a:ext uri="{FF2B5EF4-FFF2-40B4-BE49-F238E27FC236}">
                <a16:creationId xmlns:a16="http://schemas.microsoft.com/office/drawing/2014/main" id="{50B2186B-45C7-4D8E-AFC7-5F962606E800}"/>
              </a:ext>
            </a:extLst>
          </p:cNvPr>
          <p:cNvSpPr/>
          <p:nvPr/>
        </p:nvSpPr>
        <p:spPr>
          <a:xfrm rot="16200000">
            <a:off x="18440306" y="7884931"/>
            <a:ext cx="3252319" cy="3041186"/>
          </a:xfrm>
          <a:prstGeom prst="arc">
            <a:avLst>
              <a:gd name="adj1" fmla="val 16200000"/>
              <a:gd name="adj2" fmla="val 19623797"/>
            </a:avLst>
          </a:prstGeom>
          <a:ln w="57150">
            <a:solidFill>
              <a:srgbClr val="9A9A9A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弧形 106">
            <a:extLst>
              <a:ext uri="{FF2B5EF4-FFF2-40B4-BE49-F238E27FC236}">
                <a16:creationId xmlns:a16="http://schemas.microsoft.com/office/drawing/2014/main" id="{1EC0D641-CCEF-45C5-8C37-2CB592060E6F}"/>
              </a:ext>
            </a:extLst>
          </p:cNvPr>
          <p:cNvSpPr/>
          <p:nvPr/>
        </p:nvSpPr>
        <p:spPr>
          <a:xfrm rot="11449539">
            <a:off x="18619774" y="11064392"/>
            <a:ext cx="2191657" cy="2764918"/>
          </a:xfrm>
          <a:prstGeom prst="arc">
            <a:avLst>
              <a:gd name="adj1" fmla="val 16200000"/>
              <a:gd name="adj2" fmla="val 21261458"/>
            </a:avLst>
          </a:prstGeom>
          <a:ln w="57150">
            <a:solidFill>
              <a:srgbClr val="9A9A9A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E9551C89-7D71-4B33-A520-65DFA15D6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7098" y="8316527"/>
            <a:ext cx="1348019" cy="1300719"/>
          </a:xfrm>
          <a:prstGeom prst="rect">
            <a:avLst/>
          </a:prstGeom>
        </p:spPr>
      </p:pic>
      <p:pic>
        <p:nvPicPr>
          <p:cNvPr id="109" name="图片 108">
            <a:extLst>
              <a:ext uri="{FF2B5EF4-FFF2-40B4-BE49-F238E27FC236}">
                <a16:creationId xmlns:a16="http://schemas.microsoft.com/office/drawing/2014/main" id="{78C1B93F-754F-4DB2-ADD8-7EF07DC83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0261" y="12117555"/>
            <a:ext cx="1348019" cy="1302325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4989AA3-F8A0-43FD-A046-40B385A5A643}"/>
              </a:ext>
            </a:extLst>
          </p:cNvPr>
          <p:cNvCxnSpPr>
            <a:cxnSpLocks/>
          </p:cNvCxnSpPr>
          <p:nvPr/>
        </p:nvCxnSpPr>
        <p:spPr>
          <a:xfrm>
            <a:off x="11845148" y="10972280"/>
            <a:ext cx="51198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DB435171-92FE-49C0-91DB-DBC7ADF0E7A0}"/>
              </a:ext>
            </a:extLst>
          </p:cNvPr>
          <p:cNvCxnSpPr>
            <a:cxnSpLocks/>
          </p:cNvCxnSpPr>
          <p:nvPr/>
        </p:nvCxnSpPr>
        <p:spPr>
          <a:xfrm rot="16200000">
            <a:off x="11838394" y="10983778"/>
            <a:ext cx="51198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796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0709EA9-BF79-42DA-9379-EF4E86536A3C}"/>
              </a:ext>
            </a:extLst>
          </p:cNvPr>
          <p:cNvSpPr/>
          <p:nvPr/>
        </p:nvSpPr>
        <p:spPr>
          <a:xfrm>
            <a:off x="-1" y="4758441"/>
            <a:ext cx="21599525" cy="14690841"/>
          </a:xfrm>
          <a:prstGeom prst="rect">
            <a:avLst/>
          </a:prstGeom>
          <a:solidFill>
            <a:srgbClr val="FEF0FD"/>
          </a:solidFill>
          <a:ln>
            <a:solidFill>
              <a:srgbClr val="FEF0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单圆角 4">
            <a:extLst>
              <a:ext uri="{FF2B5EF4-FFF2-40B4-BE49-F238E27FC236}">
                <a16:creationId xmlns:a16="http://schemas.microsoft.com/office/drawing/2014/main" id="{4BB60BA3-393D-4121-B58B-1B55BD966A8C}"/>
              </a:ext>
            </a:extLst>
          </p:cNvPr>
          <p:cNvSpPr/>
          <p:nvPr/>
        </p:nvSpPr>
        <p:spPr>
          <a:xfrm rot="10800000" flipH="1" flipV="1">
            <a:off x="56275" y="3454400"/>
            <a:ext cx="9110133" cy="1196787"/>
          </a:xfrm>
          <a:prstGeom prst="round1Rect">
            <a:avLst>
              <a:gd name="adj" fmla="val 50000"/>
            </a:avLst>
          </a:prstGeom>
          <a:solidFill>
            <a:srgbClr val="C769A2"/>
          </a:solidFill>
          <a:ln>
            <a:solidFill>
              <a:srgbClr val="C769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1B38368-B6ED-456A-9E66-B1182A7A3450}"/>
              </a:ext>
            </a:extLst>
          </p:cNvPr>
          <p:cNvSpPr/>
          <p:nvPr/>
        </p:nvSpPr>
        <p:spPr>
          <a:xfrm>
            <a:off x="970675" y="7106786"/>
            <a:ext cx="2573866" cy="8568267"/>
          </a:xfrm>
          <a:prstGeom prst="roundRect">
            <a:avLst>
              <a:gd name="adj" fmla="val 11404"/>
            </a:avLst>
          </a:prstGeom>
          <a:solidFill>
            <a:srgbClr val="E7B5C9"/>
          </a:solidFill>
          <a:ln w="57150">
            <a:solidFill>
              <a:srgbClr val="C769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4CCC01-D056-472E-9BCC-CC8F2ED0A111}"/>
              </a:ext>
            </a:extLst>
          </p:cNvPr>
          <p:cNvSpPr/>
          <p:nvPr/>
        </p:nvSpPr>
        <p:spPr>
          <a:xfrm>
            <a:off x="1410943" y="7629816"/>
            <a:ext cx="1693333" cy="1761067"/>
          </a:xfrm>
          <a:prstGeom prst="rect">
            <a:avLst/>
          </a:prstGeom>
          <a:solidFill>
            <a:schemeClr val="bg1"/>
          </a:solidFill>
          <a:ln w="57150">
            <a:solidFill>
              <a:srgbClr val="C769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F3C64CB-815E-45D7-97F2-5872CF92C9EC}"/>
              </a:ext>
            </a:extLst>
          </p:cNvPr>
          <p:cNvSpPr/>
          <p:nvPr/>
        </p:nvSpPr>
        <p:spPr>
          <a:xfrm>
            <a:off x="1410942" y="10510387"/>
            <a:ext cx="1693333" cy="1761067"/>
          </a:xfrm>
          <a:prstGeom prst="rect">
            <a:avLst/>
          </a:prstGeom>
          <a:solidFill>
            <a:schemeClr val="bg1"/>
          </a:solidFill>
          <a:ln w="57150">
            <a:solidFill>
              <a:srgbClr val="C769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BFE761-A08C-460D-850C-A0A73E694D6F}"/>
              </a:ext>
            </a:extLst>
          </p:cNvPr>
          <p:cNvSpPr/>
          <p:nvPr/>
        </p:nvSpPr>
        <p:spPr>
          <a:xfrm>
            <a:off x="1410942" y="13381762"/>
            <a:ext cx="1693333" cy="1761067"/>
          </a:xfrm>
          <a:prstGeom prst="rect">
            <a:avLst/>
          </a:prstGeom>
          <a:solidFill>
            <a:schemeClr val="bg1"/>
          </a:solidFill>
          <a:ln w="57150">
            <a:solidFill>
              <a:srgbClr val="C769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2085F12-AA23-4F11-B28C-F549BD7651B1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257608" y="9390883"/>
            <a:ext cx="1" cy="1119504"/>
          </a:xfrm>
          <a:prstGeom prst="straightConnector1">
            <a:avLst/>
          </a:prstGeom>
          <a:ln w="127000">
            <a:solidFill>
              <a:srgbClr val="C769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A04B15F-8065-44A4-BA85-D3FB86C25FB4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2257609" y="12271454"/>
            <a:ext cx="0" cy="1110308"/>
          </a:xfrm>
          <a:prstGeom prst="straightConnector1">
            <a:avLst/>
          </a:prstGeom>
          <a:ln w="127000">
            <a:solidFill>
              <a:srgbClr val="C769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2BC705C-869F-49D8-BE55-A7F4571B61DC}"/>
              </a:ext>
            </a:extLst>
          </p:cNvPr>
          <p:cNvSpPr/>
          <p:nvPr/>
        </p:nvSpPr>
        <p:spPr>
          <a:xfrm>
            <a:off x="7143933" y="7178567"/>
            <a:ext cx="4914901" cy="8568267"/>
          </a:xfrm>
          <a:prstGeom prst="roundRect">
            <a:avLst>
              <a:gd name="adj" fmla="val 7140"/>
            </a:avLst>
          </a:prstGeom>
          <a:solidFill>
            <a:srgbClr val="E7B5C9"/>
          </a:solidFill>
          <a:ln w="57150">
            <a:solidFill>
              <a:srgbClr val="C769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ACCA15-63F9-46FA-B18A-A585F6BE0876}"/>
              </a:ext>
            </a:extLst>
          </p:cNvPr>
          <p:cNvSpPr/>
          <p:nvPr/>
        </p:nvSpPr>
        <p:spPr>
          <a:xfrm>
            <a:off x="7678393" y="7647369"/>
            <a:ext cx="3845983" cy="1761067"/>
          </a:xfrm>
          <a:prstGeom prst="rect">
            <a:avLst/>
          </a:prstGeom>
          <a:solidFill>
            <a:schemeClr val="bg1"/>
          </a:solidFill>
          <a:ln w="57150">
            <a:solidFill>
              <a:srgbClr val="C769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EBBEF95-0C19-4743-B100-EAB3DA35D7A7}"/>
              </a:ext>
            </a:extLst>
          </p:cNvPr>
          <p:cNvSpPr/>
          <p:nvPr/>
        </p:nvSpPr>
        <p:spPr>
          <a:xfrm>
            <a:off x="7678393" y="10536297"/>
            <a:ext cx="3845983" cy="1761067"/>
          </a:xfrm>
          <a:prstGeom prst="rect">
            <a:avLst/>
          </a:prstGeom>
          <a:solidFill>
            <a:schemeClr val="bg1"/>
          </a:solidFill>
          <a:ln w="57150">
            <a:solidFill>
              <a:srgbClr val="C769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726DAD-4EBB-498C-95AE-287B27F6C20C}"/>
              </a:ext>
            </a:extLst>
          </p:cNvPr>
          <p:cNvSpPr/>
          <p:nvPr/>
        </p:nvSpPr>
        <p:spPr>
          <a:xfrm>
            <a:off x="7678393" y="13381762"/>
            <a:ext cx="3845983" cy="1761067"/>
          </a:xfrm>
          <a:prstGeom prst="rect">
            <a:avLst/>
          </a:prstGeom>
          <a:solidFill>
            <a:schemeClr val="bg1"/>
          </a:solidFill>
          <a:ln w="57150">
            <a:solidFill>
              <a:srgbClr val="C769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4399CA6-6F3A-4D6B-8952-2C04C00E2D02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9601385" y="9408436"/>
            <a:ext cx="0" cy="1127861"/>
          </a:xfrm>
          <a:prstGeom prst="straightConnector1">
            <a:avLst/>
          </a:prstGeom>
          <a:ln w="127000">
            <a:solidFill>
              <a:srgbClr val="C769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123EF6F-8AE6-48D0-B742-1DEA89FE68A2}"/>
              </a:ext>
            </a:extLst>
          </p:cNvPr>
          <p:cNvCxnSpPr>
            <a:endCxn id="17" idx="0"/>
          </p:cNvCxnSpPr>
          <p:nvPr/>
        </p:nvCxnSpPr>
        <p:spPr>
          <a:xfrm>
            <a:off x="9601384" y="12297364"/>
            <a:ext cx="0" cy="1084398"/>
          </a:xfrm>
          <a:prstGeom prst="straightConnector1">
            <a:avLst/>
          </a:prstGeom>
          <a:ln w="127000">
            <a:solidFill>
              <a:srgbClr val="C769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箭头: 下 21">
            <a:extLst>
              <a:ext uri="{FF2B5EF4-FFF2-40B4-BE49-F238E27FC236}">
                <a16:creationId xmlns:a16="http://schemas.microsoft.com/office/drawing/2014/main" id="{839E1EBD-FE97-4184-9D16-9A85DAEB6AE9}"/>
              </a:ext>
            </a:extLst>
          </p:cNvPr>
          <p:cNvSpPr/>
          <p:nvPr/>
        </p:nvSpPr>
        <p:spPr>
          <a:xfrm>
            <a:off x="9308896" y="6383719"/>
            <a:ext cx="584976" cy="1263650"/>
          </a:xfrm>
          <a:prstGeom prst="downArrow">
            <a:avLst>
              <a:gd name="adj1" fmla="val 21428"/>
              <a:gd name="adj2" fmla="val 64286"/>
            </a:avLst>
          </a:prstGeom>
          <a:solidFill>
            <a:srgbClr val="73B331"/>
          </a:solidFill>
          <a:ln>
            <a:solidFill>
              <a:srgbClr val="73B3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8967C110-2018-40D5-9B43-13BA8A1F7DE8}"/>
              </a:ext>
            </a:extLst>
          </p:cNvPr>
          <p:cNvSpPr/>
          <p:nvPr/>
        </p:nvSpPr>
        <p:spPr>
          <a:xfrm>
            <a:off x="1965120" y="6348356"/>
            <a:ext cx="584976" cy="1263650"/>
          </a:xfrm>
          <a:prstGeom prst="downArrow">
            <a:avLst>
              <a:gd name="adj1" fmla="val 21428"/>
              <a:gd name="adj2" fmla="val 64286"/>
            </a:avLst>
          </a:prstGeom>
          <a:solidFill>
            <a:srgbClr val="145F81"/>
          </a:solidFill>
          <a:ln>
            <a:solidFill>
              <a:srgbClr val="145F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1A0A68-5CA0-4D5B-A1A3-C95C3A320F19}"/>
              </a:ext>
            </a:extLst>
          </p:cNvPr>
          <p:cNvSpPr/>
          <p:nvPr/>
        </p:nvSpPr>
        <p:spPr>
          <a:xfrm>
            <a:off x="13341340" y="5593310"/>
            <a:ext cx="7464426" cy="10362141"/>
          </a:xfrm>
          <a:prstGeom prst="rect">
            <a:avLst/>
          </a:prstGeom>
          <a:solidFill>
            <a:srgbClr val="FAF4FE"/>
          </a:solidFill>
          <a:ln w="76200">
            <a:solidFill>
              <a:srgbClr val="C769A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89CDED7-3185-4026-AC7F-165C026B538D}"/>
              </a:ext>
            </a:extLst>
          </p:cNvPr>
          <p:cNvSpPr/>
          <p:nvPr/>
        </p:nvSpPr>
        <p:spPr>
          <a:xfrm>
            <a:off x="14049275" y="7575482"/>
            <a:ext cx="4835809" cy="906810"/>
          </a:xfrm>
          <a:prstGeom prst="rect">
            <a:avLst/>
          </a:prstGeom>
          <a:solidFill>
            <a:srgbClr val="B1DDF0"/>
          </a:solidFill>
          <a:ln w="76200">
            <a:solidFill>
              <a:srgbClr val="0B5A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9A4FE0-9D95-412A-9382-0AE0E1D1D481}"/>
              </a:ext>
            </a:extLst>
          </p:cNvPr>
          <p:cNvSpPr/>
          <p:nvPr/>
        </p:nvSpPr>
        <p:spPr>
          <a:xfrm>
            <a:off x="14049275" y="9603577"/>
            <a:ext cx="4835809" cy="906810"/>
          </a:xfrm>
          <a:prstGeom prst="rect">
            <a:avLst/>
          </a:prstGeom>
          <a:solidFill>
            <a:srgbClr val="91CF4F"/>
          </a:solidFill>
          <a:ln w="76200">
            <a:solidFill>
              <a:srgbClr val="3A7D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FFBD06C-08C9-4371-A723-87ACEED2E3C0}"/>
              </a:ext>
            </a:extLst>
          </p:cNvPr>
          <p:cNvSpPr/>
          <p:nvPr/>
        </p:nvSpPr>
        <p:spPr>
          <a:xfrm>
            <a:off x="14049274" y="11652298"/>
            <a:ext cx="4835809" cy="906810"/>
          </a:xfrm>
          <a:prstGeom prst="rect">
            <a:avLst/>
          </a:prstGeom>
          <a:solidFill>
            <a:srgbClr val="B1DDF0"/>
          </a:solidFill>
          <a:ln w="76200">
            <a:solidFill>
              <a:srgbClr val="0B5A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8A1338B-B544-47CE-8925-0B93B30A58C4}"/>
              </a:ext>
            </a:extLst>
          </p:cNvPr>
          <p:cNvCxnSpPr>
            <a:endCxn id="26" idx="0"/>
          </p:cNvCxnSpPr>
          <p:nvPr/>
        </p:nvCxnSpPr>
        <p:spPr>
          <a:xfrm>
            <a:off x="16467178" y="8510349"/>
            <a:ext cx="2" cy="1093228"/>
          </a:xfrm>
          <a:prstGeom prst="straightConnector1">
            <a:avLst/>
          </a:prstGeom>
          <a:ln w="127000">
            <a:solidFill>
              <a:srgbClr val="C769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5653044-F217-4897-94D0-9A243C2241F7}"/>
              </a:ext>
            </a:extLst>
          </p:cNvPr>
          <p:cNvCxnSpPr>
            <a:endCxn id="27" idx="0"/>
          </p:cNvCxnSpPr>
          <p:nvPr/>
        </p:nvCxnSpPr>
        <p:spPr>
          <a:xfrm>
            <a:off x="16467178" y="10534729"/>
            <a:ext cx="1" cy="1117569"/>
          </a:xfrm>
          <a:prstGeom prst="straightConnector1">
            <a:avLst/>
          </a:prstGeom>
          <a:ln w="127000">
            <a:solidFill>
              <a:srgbClr val="C769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FB0189B6-3AB9-41B7-9060-E7D184702211}"/>
              </a:ext>
            </a:extLst>
          </p:cNvPr>
          <p:cNvSpPr/>
          <p:nvPr/>
        </p:nvSpPr>
        <p:spPr>
          <a:xfrm>
            <a:off x="15891178" y="13304295"/>
            <a:ext cx="1152000" cy="1152000"/>
          </a:xfrm>
          <a:prstGeom prst="ellipse">
            <a:avLst/>
          </a:prstGeom>
          <a:solidFill>
            <a:srgbClr val="C769A2"/>
          </a:solidFill>
          <a:ln>
            <a:solidFill>
              <a:srgbClr val="C769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4465467-10C6-4936-A08A-1B11D45E8324}"/>
              </a:ext>
            </a:extLst>
          </p:cNvPr>
          <p:cNvCxnSpPr>
            <a:stCxn id="27" idx="2"/>
            <a:endCxn id="32" idx="0"/>
          </p:cNvCxnSpPr>
          <p:nvPr/>
        </p:nvCxnSpPr>
        <p:spPr>
          <a:xfrm flipH="1">
            <a:off x="16467178" y="12559108"/>
            <a:ext cx="1" cy="745187"/>
          </a:xfrm>
          <a:prstGeom prst="straightConnector1">
            <a:avLst/>
          </a:prstGeom>
          <a:ln w="127000">
            <a:solidFill>
              <a:srgbClr val="C769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7A63D4CC-8AF5-4AFA-8AFD-322EBF3E56F2}"/>
              </a:ext>
            </a:extLst>
          </p:cNvPr>
          <p:cNvCxnSpPr>
            <a:stCxn id="32" idx="4"/>
          </p:cNvCxnSpPr>
          <p:nvPr/>
        </p:nvCxnSpPr>
        <p:spPr>
          <a:xfrm flipH="1">
            <a:off x="16414433" y="14456295"/>
            <a:ext cx="52745" cy="1175306"/>
          </a:xfrm>
          <a:prstGeom prst="straightConnector1">
            <a:avLst/>
          </a:prstGeom>
          <a:ln w="127000">
            <a:solidFill>
              <a:srgbClr val="C769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513EEB3-D749-41F9-82B9-D9C7EC949B8C}"/>
              </a:ext>
            </a:extLst>
          </p:cNvPr>
          <p:cNvCxnSpPr>
            <a:endCxn id="25" idx="0"/>
          </p:cNvCxnSpPr>
          <p:nvPr/>
        </p:nvCxnSpPr>
        <p:spPr>
          <a:xfrm>
            <a:off x="16467178" y="6070362"/>
            <a:ext cx="2" cy="1505120"/>
          </a:xfrm>
          <a:prstGeom prst="straightConnector1">
            <a:avLst/>
          </a:prstGeom>
          <a:ln w="127000">
            <a:solidFill>
              <a:srgbClr val="C769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BB0BF504-A75C-488B-8FF7-94F4A452ADF7}"/>
              </a:ext>
            </a:extLst>
          </p:cNvPr>
          <p:cNvCxnSpPr>
            <a:endCxn id="32" idx="6"/>
          </p:cNvCxnSpPr>
          <p:nvPr/>
        </p:nvCxnSpPr>
        <p:spPr>
          <a:xfrm rot="16200000" flipH="1">
            <a:off x="13006890" y="9844007"/>
            <a:ext cx="7496576" cy="576000"/>
          </a:xfrm>
          <a:prstGeom prst="bentConnector4">
            <a:avLst>
              <a:gd name="adj1" fmla="val -91"/>
              <a:gd name="adj2" fmla="val 566329"/>
            </a:avLst>
          </a:prstGeom>
          <a:ln w="127000">
            <a:solidFill>
              <a:srgbClr val="C769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9D3F429-8E59-4D79-AF4A-DFD72152B4DB}"/>
              </a:ext>
            </a:extLst>
          </p:cNvPr>
          <p:cNvCxnSpPr/>
          <p:nvPr/>
        </p:nvCxnSpPr>
        <p:spPr>
          <a:xfrm flipV="1">
            <a:off x="11524376" y="5593310"/>
            <a:ext cx="1816964" cy="2036506"/>
          </a:xfrm>
          <a:prstGeom prst="line">
            <a:avLst/>
          </a:prstGeom>
          <a:ln w="76200">
            <a:solidFill>
              <a:srgbClr val="C769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3A96D4EF-F1BA-4D36-BEF3-4ECCE637A84B}"/>
              </a:ext>
            </a:extLst>
          </p:cNvPr>
          <p:cNvCxnSpPr/>
          <p:nvPr/>
        </p:nvCxnSpPr>
        <p:spPr>
          <a:xfrm>
            <a:off x="11524375" y="9390883"/>
            <a:ext cx="1816965" cy="6584917"/>
          </a:xfrm>
          <a:prstGeom prst="line">
            <a:avLst/>
          </a:prstGeom>
          <a:ln w="76200">
            <a:solidFill>
              <a:srgbClr val="C769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AB738F4F-F608-4D40-AE21-841FE06D43CF}"/>
              </a:ext>
            </a:extLst>
          </p:cNvPr>
          <p:cNvSpPr/>
          <p:nvPr/>
        </p:nvSpPr>
        <p:spPr>
          <a:xfrm>
            <a:off x="5240997" y="16388303"/>
            <a:ext cx="1092253" cy="1092810"/>
          </a:xfrm>
          <a:prstGeom prst="ellipse">
            <a:avLst/>
          </a:prstGeom>
          <a:solidFill>
            <a:srgbClr val="146082"/>
          </a:solidFill>
          <a:ln w="38100">
            <a:solidFill>
              <a:srgbClr val="0021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F71B947F-7CDE-4D5E-8EB5-7351D4244CC9}"/>
              </a:ext>
            </a:extLst>
          </p:cNvPr>
          <p:cNvCxnSpPr>
            <a:cxnSpLocks/>
          </p:cNvCxnSpPr>
          <p:nvPr/>
        </p:nvCxnSpPr>
        <p:spPr>
          <a:xfrm>
            <a:off x="5383890" y="16953291"/>
            <a:ext cx="83068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923D260-5824-4116-B3BC-2CF6EDA995BC}"/>
              </a:ext>
            </a:extLst>
          </p:cNvPr>
          <p:cNvCxnSpPr>
            <a:cxnSpLocks/>
          </p:cNvCxnSpPr>
          <p:nvPr/>
        </p:nvCxnSpPr>
        <p:spPr>
          <a:xfrm rot="16200000">
            <a:off x="5372932" y="16971946"/>
            <a:ext cx="83068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弧形 52">
            <a:extLst>
              <a:ext uri="{FF2B5EF4-FFF2-40B4-BE49-F238E27FC236}">
                <a16:creationId xmlns:a16="http://schemas.microsoft.com/office/drawing/2014/main" id="{75C6B524-591F-463C-8472-14FAEDA710EF}"/>
              </a:ext>
            </a:extLst>
          </p:cNvPr>
          <p:cNvSpPr/>
          <p:nvPr/>
        </p:nvSpPr>
        <p:spPr>
          <a:xfrm rot="10800000">
            <a:off x="2393600" y="13697333"/>
            <a:ext cx="7137789" cy="3244293"/>
          </a:xfrm>
          <a:prstGeom prst="arc">
            <a:avLst>
              <a:gd name="adj1" fmla="val 17713730"/>
              <a:gd name="adj2" fmla="val 21240710"/>
            </a:avLst>
          </a:prstGeom>
          <a:ln w="127000">
            <a:solidFill>
              <a:srgbClr val="C769A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弧形 53">
            <a:extLst>
              <a:ext uri="{FF2B5EF4-FFF2-40B4-BE49-F238E27FC236}">
                <a16:creationId xmlns:a16="http://schemas.microsoft.com/office/drawing/2014/main" id="{7F5A591F-7C0E-4C58-934F-594926A23318}"/>
              </a:ext>
            </a:extLst>
          </p:cNvPr>
          <p:cNvSpPr/>
          <p:nvPr/>
        </p:nvSpPr>
        <p:spPr>
          <a:xfrm rot="10800000" flipH="1">
            <a:off x="2020042" y="13714886"/>
            <a:ext cx="7137789" cy="3244293"/>
          </a:xfrm>
          <a:prstGeom prst="arc">
            <a:avLst>
              <a:gd name="adj1" fmla="val 17713730"/>
              <a:gd name="adj2" fmla="val 21204730"/>
            </a:avLst>
          </a:prstGeom>
          <a:ln w="127000">
            <a:solidFill>
              <a:srgbClr val="C769A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F47CCB79-E20F-4C49-BD43-76EC0512C49F}"/>
              </a:ext>
            </a:extLst>
          </p:cNvPr>
          <p:cNvCxnSpPr>
            <a:cxnSpLocks/>
          </p:cNvCxnSpPr>
          <p:nvPr/>
        </p:nvCxnSpPr>
        <p:spPr>
          <a:xfrm>
            <a:off x="16051837" y="13866386"/>
            <a:ext cx="83068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C6FD02C7-D91C-4EBF-AA21-3C1382B2964B}"/>
              </a:ext>
            </a:extLst>
          </p:cNvPr>
          <p:cNvCxnSpPr>
            <a:cxnSpLocks/>
          </p:cNvCxnSpPr>
          <p:nvPr/>
        </p:nvCxnSpPr>
        <p:spPr>
          <a:xfrm rot="16200000">
            <a:off x="16040879" y="13885041"/>
            <a:ext cx="83068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031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90">
            <a:extLst>
              <a:ext uri="{FF2B5EF4-FFF2-40B4-BE49-F238E27FC236}">
                <a16:creationId xmlns:a16="http://schemas.microsoft.com/office/drawing/2014/main" id="{2880235F-3E4C-4A60-AD8F-DE067B34B209}"/>
              </a:ext>
            </a:extLst>
          </p:cNvPr>
          <p:cNvSpPr/>
          <p:nvPr/>
        </p:nvSpPr>
        <p:spPr>
          <a:xfrm>
            <a:off x="182699" y="4475611"/>
            <a:ext cx="21234126" cy="18064851"/>
          </a:xfrm>
          <a:prstGeom prst="rect">
            <a:avLst/>
          </a:prstGeom>
          <a:solidFill>
            <a:srgbClr val="F3FFEA"/>
          </a:solidFill>
          <a:ln>
            <a:solidFill>
              <a:srgbClr val="FEF0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4DDFB3B0-4BD0-4268-A31D-D5A4EF1B582C}"/>
              </a:ext>
            </a:extLst>
          </p:cNvPr>
          <p:cNvSpPr/>
          <p:nvPr/>
        </p:nvSpPr>
        <p:spPr>
          <a:xfrm>
            <a:off x="5510175" y="4833999"/>
            <a:ext cx="15325621" cy="4080487"/>
          </a:xfrm>
          <a:prstGeom prst="roundRect">
            <a:avLst>
              <a:gd name="adj" fmla="val 6085"/>
            </a:avLst>
          </a:prstGeom>
          <a:solidFill>
            <a:srgbClr val="F4F8FC"/>
          </a:solidFill>
          <a:ln w="57150">
            <a:solidFill>
              <a:srgbClr val="1962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4EEB82EA-B0C0-4F84-8A12-4A99780FD1DD}"/>
              </a:ext>
            </a:extLst>
          </p:cNvPr>
          <p:cNvSpPr/>
          <p:nvPr/>
        </p:nvSpPr>
        <p:spPr>
          <a:xfrm>
            <a:off x="5515323" y="9115836"/>
            <a:ext cx="15325621" cy="4080487"/>
          </a:xfrm>
          <a:prstGeom prst="roundRect">
            <a:avLst>
              <a:gd name="adj" fmla="val 6085"/>
            </a:avLst>
          </a:prstGeom>
          <a:solidFill>
            <a:srgbClr val="F5FCF7"/>
          </a:solidFill>
          <a:ln w="57150">
            <a:solidFill>
              <a:srgbClr val="ABC4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825AF0C3-A0F7-4517-B57C-AC8AE690CD86}"/>
              </a:ext>
            </a:extLst>
          </p:cNvPr>
          <p:cNvSpPr/>
          <p:nvPr/>
        </p:nvSpPr>
        <p:spPr>
          <a:xfrm>
            <a:off x="5510174" y="13366054"/>
            <a:ext cx="15325621" cy="4080487"/>
          </a:xfrm>
          <a:prstGeom prst="roundRect">
            <a:avLst>
              <a:gd name="adj" fmla="val 6085"/>
            </a:avLst>
          </a:prstGeom>
          <a:solidFill>
            <a:srgbClr val="FFFCE6"/>
          </a:solidFill>
          <a:ln w="57150">
            <a:solidFill>
              <a:srgbClr val="F1D5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96A1CBCF-6ECF-4D5C-B963-341E65817E3D}"/>
              </a:ext>
            </a:extLst>
          </p:cNvPr>
          <p:cNvSpPr/>
          <p:nvPr/>
        </p:nvSpPr>
        <p:spPr>
          <a:xfrm>
            <a:off x="5498465" y="17647891"/>
            <a:ext cx="15325621" cy="4080487"/>
          </a:xfrm>
          <a:prstGeom prst="roundRect">
            <a:avLst>
              <a:gd name="adj" fmla="val 6085"/>
            </a:avLst>
          </a:prstGeom>
          <a:solidFill>
            <a:srgbClr val="FAE4DA"/>
          </a:solidFill>
          <a:ln w="57150">
            <a:solidFill>
              <a:srgbClr val="C25A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D5B91B-E132-441D-8FA1-D297AF4D8560}"/>
              </a:ext>
            </a:extLst>
          </p:cNvPr>
          <p:cNvSpPr/>
          <p:nvPr/>
        </p:nvSpPr>
        <p:spPr>
          <a:xfrm>
            <a:off x="938176" y="6574775"/>
            <a:ext cx="3451122" cy="1592825"/>
          </a:xfrm>
          <a:prstGeom prst="rect">
            <a:avLst/>
          </a:prstGeom>
          <a:solidFill>
            <a:srgbClr val="DCEAF7"/>
          </a:solidFill>
          <a:ln w="57150">
            <a:solidFill>
              <a:srgbClr val="688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77AF7B-4050-4D59-835D-1C4EBD3A070A}"/>
              </a:ext>
            </a:extLst>
          </p:cNvPr>
          <p:cNvSpPr/>
          <p:nvPr/>
        </p:nvSpPr>
        <p:spPr>
          <a:xfrm>
            <a:off x="938176" y="8939434"/>
            <a:ext cx="3451122" cy="1592825"/>
          </a:xfrm>
          <a:prstGeom prst="rect">
            <a:avLst/>
          </a:prstGeom>
          <a:solidFill>
            <a:srgbClr val="CEF8B5"/>
          </a:solidFill>
          <a:ln w="57150">
            <a:solidFill>
              <a:srgbClr val="7FA6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A6199C-669E-4167-885D-A8D78793DFBB}"/>
              </a:ext>
            </a:extLst>
          </p:cNvPr>
          <p:cNvSpPr/>
          <p:nvPr/>
        </p:nvSpPr>
        <p:spPr>
          <a:xfrm>
            <a:off x="938176" y="11304093"/>
            <a:ext cx="3451122" cy="1592825"/>
          </a:xfrm>
          <a:prstGeom prst="rect">
            <a:avLst/>
          </a:prstGeom>
          <a:solidFill>
            <a:srgbClr val="F6C5AC"/>
          </a:solidFill>
          <a:ln w="57150">
            <a:solidFill>
              <a:srgbClr val="C65C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1216BC-B788-4EEC-9C45-32E269B4665A}"/>
              </a:ext>
            </a:extLst>
          </p:cNvPr>
          <p:cNvSpPr/>
          <p:nvPr/>
        </p:nvSpPr>
        <p:spPr>
          <a:xfrm>
            <a:off x="938176" y="13541156"/>
            <a:ext cx="3451122" cy="1592825"/>
          </a:xfrm>
          <a:prstGeom prst="rect">
            <a:avLst/>
          </a:prstGeom>
          <a:solidFill>
            <a:srgbClr val="FFF7AC"/>
          </a:solidFill>
          <a:ln w="57150">
            <a:solidFill>
              <a:srgbClr val="ECC7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62BA85-8CE4-48F8-B4E1-F09015867C8C}"/>
              </a:ext>
            </a:extLst>
          </p:cNvPr>
          <p:cNvSpPr/>
          <p:nvPr/>
        </p:nvSpPr>
        <p:spPr>
          <a:xfrm>
            <a:off x="938176" y="16023576"/>
            <a:ext cx="3451122" cy="1592825"/>
          </a:xfrm>
          <a:prstGeom prst="rect">
            <a:avLst/>
          </a:prstGeom>
          <a:solidFill>
            <a:srgbClr val="CEF8B5"/>
          </a:solidFill>
          <a:ln w="57150">
            <a:solidFill>
              <a:srgbClr val="7FA6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6BDE51-897D-486D-9CD1-5D3B24CE8DB1}"/>
              </a:ext>
            </a:extLst>
          </p:cNvPr>
          <p:cNvSpPr/>
          <p:nvPr/>
        </p:nvSpPr>
        <p:spPr>
          <a:xfrm>
            <a:off x="938176" y="18260314"/>
            <a:ext cx="3451122" cy="1592825"/>
          </a:xfrm>
          <a:prstGeom prst="rect">
            <a:avLst/>
          </a:prstGeom>
          <a:solidFill>
            <a:srgbClr val="F6C5AC"/>
          </a:solidFill>
          <a:ln w="57150">
            <a:solidFill>
              <a:srgbClr val="C65C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86E05DC-DC0A-4211-BF9D-CF6BE89E8E56}"/>
              </a:ext>
            </a:extLst>
          </p:cNvPr>
          <p:cNvCxnSpPr>
            <a:endCxn id="4" idx="0"/>
          </p:cNvCxnSpPr>
          <p:nvPr/>
        </p:nvCxnSpPr>
        <p:spPr>
          <a:xfrm>
            <a:off x="2663737" y="8167600"/>
            <a:ext cx="0" cy="771834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E5FE182-7031-40C1-A7C8-1065E6A88C8B}"/>
              </a:ext>
            </a:extLst>
          </p:cNvPr>
          <p:cNvCxnSpPr>
            <a:endCxn id="3" idx="0"/>
          </p:cNvCxnSpPr>
          <p:nvPr/>
        </p:nvCxnSpPr>
        <p:spPr>
          <a:xfrm>
            <a:off x="2663737" y="4948766"/>
            <a:ext cx="0" cy="1626009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33ADC08-E7A1-4F2A-AF7F-490CFB27D161}"/>
              </a:ext>
            </a:extLst>
          </p:cNvPr>
          <p:cNvCxnSpPr>
            <a:endCxn id="5" idx="0"/>
          </p:cNvCxnSpPr>
          <p:nvPr/>
        </p:nvCxnSpPr>
        <p:spPr>
          <a:xfrm>
            <a:off x="2663737" y="10532259"/>
            <a:ext cx="0" cy="771834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3F2145F-8FD7-4A4A-8D96-2CC22ECD1D96}"/>
              </a:ext>
            </a:extLst>
          </p:cNvPr>
          <p:cNvCxnSpPr>
            <a:endCxn id="6" idx="0"/>
          </p:cNvCxnSpPr>
          <p:nvPr/>
        </p:nvCxnSpPr>
        <p:spPr>
          <a:xfrm>
            <a:off x="2663737" y="12896918"/>
            <a:ext cx="0" cy="644238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4927649-1333-4F1F-A11C-55DD34EFA7BF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2663737" y="15133981"/>
            <a:ext cx="0" cy="889595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EFFB0D5-EA25-4FCB-A291-54B7401BE4DA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2663737" y="17616401"/>
            <a:ext cx="0" cy="643913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E691D72-34A9-420E-BFD8-7FC9F61C3F0D}"/>
              </a:ext>
            </a:extLst>
          </p:cNvPr>
          <p:cNvCxnSpPr/>
          <p:nvPr/>
        </p:nvCxnSpPr>
        <p:spPr>
          <a:xfrm>
            <a:off x="2663737" y="19853139"/>
            <a:ext cx="0" cy="1516727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6207E20-4789-4E46-8F9E-CE62BFDC3C17}"/>
              </a:ext>
            </a:extLst>
          </p:cNvPr>
          <p:cNvSpPr/>
          <p:nvPr/>
        </p:nvSpPr>
        <p:spPr>
          <a:xfrm>
            <a:off x="9266099" y="6268101"/>
            <a:ext cx="1030514" cy="2206171"/>
          </a:xfrm>
          <a:prstGeom prst="roundRect">
            <a:avLst/>
          </a:prstGeom>
          <a:solidFill>
            <a:srgbClr val="0F9ED4"/>
          </a:solidFill>
          <a:ln w="76200">
            <a:solidFill>
              <a:srgbClr val="085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E1ABF1C-0B8A-428C-84D5-69AAE09375F4}"/>
              </a:ext>
            </a:extLst>
          </p:cNvPr>
          <p:cNvSpPr/>
          <p:nvPr/>
        </p:nvSpPr>
        <p:spPr>
          <a:xfrm>
            <a:off x="15399517" y="6268100"/>
            <a:ext cx="1030514" cy="2206171"/>
          </a:xfrm>
          <a:prstGeom prst="roundRect">
            <a:avLst/>
          </a:prstGeom>
          <a:solidFill>
            <a:srgbClr val="0F9ED4"/>
          </a:solidFill>
          <a:ln w="76200">
            <a:solidFill>
              <a:srgbClr val="085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46589B9-4AAA-4197-8777-7498276441BF}"/>
              </a:ext>
            </a:extLst>
          </p:cNvPr>
          <p:cNvCxnSpPr>
            <a:cxnSpLocks/>
          </p:cNvCxnSpPr>
          <p:nvPr/>
        </p:nvCxnSpPr>
        <p:spPr>
          <a:xfrm rot="16200000">
            <a:off x="8880182" y="6969393"/>
            <a:ext cx="0" cy="771834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9D94CD0-606D-411D-AA58-F32071131392}"/>
              </a:ext>
            </a:extLst>
          </p:cNvPr>
          <p:cNvCxnSpPr>
            <a:cxnSpLocks/>
          </p:cNvCxnSpPr>
          <p:nvPr/>
        </p:nvCxnSpPr>
        <p:spPr>
          <a:xfrm>
            <a:off x="10412724" y="7355310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4C6E9D8-DAF0-447C-B807-943896D781B0}"/>
              </a:ext>
            </a:extLst>
          </p:cNvPr>
          <p:cNvCxnSpPr>
            <a:cxnSpLocks/>
          </p:cNvCxnSpPr>
          <p:nvPr/>
        </p:nvCxnSpPr>
        <p:spPr>
          <a:xfrm>
            <a:off x="12698724" y="7231938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1EB8FD91-58AE-43DA-AC87-BB6B1FC75442}"/>
              </a:ext>
            </a:extLst>
          </p:cNvPr>
          <p:cNvCxnSpPr>
            <a:cxnSpLocks/>
          </p:cNvCxnSpPr>
          <p:nvPr/>
        </p:nvCxnSpPr>
        <p:spPr>
          <a:xfrm>
            <a:off x="14820582" y="7241810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038F4BC-25B4-471E-B43F-41E3FC57C3A1}"/>
              </a:ext>
            </a:extLst>
          </p:cNvPr>
          <p:cNvSpPr/>
          <p:nvPr/>
        </p:nvSpPr>
        <p:spPr>
          <a:xfrm>
            <a:off x="6813184" y="5035640"/>
            <a:ext cx="13541827" cy="783772"/>
          </a:xfrm>
          <a:prstGeom prst="roundRect">
            <a:avLst>
              <a:gd name="adj" fmla="val 50000"/>
            </a:avLst>
          </a:prstGeom>
          <a:solidFill>
            <a:srgbClr val="DCEA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F503E331-DF5E-4095-A608-211C467D1064}"/>
              </a:ext>
            </a:extLst>
          </p:cNvPr>
          <p:cNvSpPr/>
          <p:nvPr/>
        </p:nvSpPr>
        <p:spPr>
          <a:xfrm>
            <a:off x="6754120" y="9343960"/>
            <a:ext cx="13847636" cy="783772"/>
          </a:xfrm>
          <a:prstGeom prst="roundRect">
            <a:avLst>
              <a:gd name="adj" fmla="val 50000"/>
            </a:avLst>
          </a:prstGeom>
          <a:solidFill>
            <a:srgbClr val="CEF8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F4404C8-9BD2-4BE9-A229-FACF47F4FABB}"/>
              </a:ext>
            </a:extLst>
          </p:cNvPr>
          <p:cNvSpPr/>
          <p:nvPr/>
        </p:nvSpPr>
        <p:spPr>
          <a:xfrm>
            <a:off x="6813184" y="13553796"/>
            <a:ext cx="13541827" cy="783772"/>
          </a:xfrm>
          <a:prstGeom prst="roundRect">
            <a:avLst>
              <a:gd name="adj" fmla="val 50000"/>
            </a:avLst>
          </a:prstGeom>
          <a:solidFill>
            <a:srgbClr val="FFF7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B8DF11A-41F2-4A57-A2C1-506CC50E8574}"/>
              </a:ext>
            </a:extLst>
          </p:cNvPr>
          <p:cNvSpPr/>
          <p:nvPr/>
        </p:nvSpPr>
        <p:spPr>
          <a:xfrm>
            <a:off x="6813184" y="17811838"/>
            <a:ext cx="11663240" cy="783772"/>
          </a:xfrm>
          <a:prstGeom prst="roundRect">
            <a:avLst>
              <a:gd name="adj" fmla="val 50000"/>
            </a:avLst>
          </a:prstGeom>
          <a:solidFill>
            <a:srgbClr val="F1A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8CD0DFC-B628-4B29-973B-CCDFA06CE355}"/>
              </a:ext>
            </a:extLst>
          </p:cNvPr>
          <p:cNvSpPr/>
          <p:nvPr/>
        </p:nvSpPr>
        <p:spPr>
          <a:xfrm>
            <a:off x="8073952" y="10451286"/>
            <a:ext cx="1030514" cy="2206171"/>
          </a:xfrm>
          <a:prstGeom prst="roundRect">
            <a:avLst/>
          </a:prstGeom>
          <a:solidFill>
            <a:srgbClr val="0F9ED4"/>
          </a:solidFill>
          <a:ln w="76200">
            <a:solidFill>
              <a:srgbClr val="085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A617718-A580-40C5-AA2B-4C596295D91B}"/>
              </a:ext>
            </a:extLst>
          </p:cNvPr>
          <p:cNvSpPr/>
          <p:nvPr/>
        </p:nvSpPr>
        <p:spPr>
          <a:xfrm>
            <a:off x="16074528" y="10433423"/>
            <a:ext cx="1030514" cy="2206171"/>
          </a:xfrm>
          <a:prstGeom prst="roundRect">
            <a:avLst/>
          </a:prstGeom>
          <a:solidFill>
            <a:srgbClr val="0F9ED4"/>
          </a:solidFill>
          <a:ln w="76200">
            <a:solidFill>
              <a:srgbClr val="085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167AB8B-31A6-49A9-B60E-DA621FD6C362}"/>
              </a:ext>
            </a:extLst>
          </p:cNvPr>
          <p:cNvSpPr/>
          <p:nvPr/>
        </p:nvSpPr>
        <p:spPr>
          <a:xfrm>
            <a:off x="16002324" y="14632256"/>
            <a:ext cx="1030514" cy="2206171"/>
          </a:xfrm>
          <a:prstGeom prst="roundRect">
            <a:avLst/>
          </a:prstGeom>
          <a:solidFill>
            <a:srgbClr val="0F9ED4"/>
          </a:solidFill>
          <a:ln w="76200">
            <a:solidFill>
              <a:srgbClr val="085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DDB5D8B-1C10-4828-B982-5FAECEFB749D}"/>
              </a:ext>
            </a:extLst>
          </p:cNvPr>
          <p:cNvSpPr/>
          <p:nvPr/>
        </p:nvSpPr>
        <p:spPr>
          <a:xfrm>
            <a:off x="8294579" y="14613817"/>
            <a:ext cx="1030514" cy="2206171"/>
          </a:xfrm>
          <a:prstGeom prst="roundRect">
            <a:avLst/>
          </a:prstGeom>
          <a:solidFill>
            <a:srgbClr val="0F9ED4"/>
          </a:solidFill>
          <a:ln w="76200">
            <a:solidFill>
              <a:srgbClr val="085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F275A21E-429B-43F7-A9CA-3B02F360E4C5}"/>
              </a:ext>
            </a:extLst>
          </p:cNvPr>
          <p:cNvSpPr/>
          <p:nvPr/>
        </p:nvSpPr>
        <p:spPr>
          <a:xfrm>
            <a:off x="8435271" y="19076879"/>
            <a:ext cx="1030514" cy="2206171"/>
          </a:xfrm>
          <a:prstGeom prst="roundRect">
            <a:avLst/>
          </a:prstGeom>
          <a:solidFill>
            <a:srgbClr val="0F9ED4"/>
          </a:solidFill>
          <a:ln w="76200">
            <a:solidFill>
              <a:srgbClr val="085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9BCA85EF-66FC-4B92-B73C-0A7952DCB4E1}"/>
              </a:ext>
            </a:extLst>
          </p:cNvPr>
          <p:cNvSpPr/>
          <p:nvPr/>
        </p:nvSpPr>
        <p:spPr>
          <a:xfrm>
            <a:off x="16944347" y="19075006"/>
            <a:ext cx="1030514" cy="2206171"/>
          </a:xfrm>
          <a:prstGeom prst="roundRect">
            <a:avLst/>
          </a:prstGeom>
          <a:solidFill>
            <a:srgbClr val="0F9ED4"/>
          </a:solidFill>
          <a:ln w="76200">
            <a:solidFill>
              <a:srgbClr val="085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61E1A90-26EA-4C50-AACE-80CA6C6C9D1A}"/>
              </a:ext>
            </a:extLst>
          </p:cNvPr>
          <p:cNvSpPr/>
          <p:nvPr/>
        </p:nvSpPr>
        <p:spPr>
          <a:xfrm>
            <a:off x="17791362" y="10325426"/>
            <a:ext cx="1030514" cy="2314168"/>
          </a:xfrm>
          <a:prstGeom prst="rect">
            <a:avLst/>
          </a:prstGeom>
          <a:solidFill>
            <a:srgbClr val="B0DEF0"/>
          </a:solidFill>
          <a:ln w="76200">
            <a:solidFill>
              <a:srgbClr val="115E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2A9F359-4431-404D-A785-EFF872513965}"/>
              </a:ext>
            </a:extLst>
          </p:cNvPr>
          <p:cNvSpPr/>
          <p:nvPr/>
        </p:nvSpPr>
        <p:spPr>
          <a:xfrm>
            <a:off x="17791362" y="14578257"/>
            <a:ext cx="1030514" cy="2314168"/>
          </a:xfrm>
          <a:prstGeom prst="rect">
            <a:avLst/>
          </a:prstGeom>
          <a:solidFill>
            <a:srgbClr val="B0DEF0"/>
          </a:solidFill>
          <a:ln w="76200">
            <a:solidFill>
              <a:srgbClr val="115E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5102E34-9A31-4887-9909-8347A0599439}"/>
              </a:ext>
            </a:extLst>
          </p:cNvPr>
          <p:cNvSpPr/>
          <p:nvPr/>
        </p:nvSpPr>
        <p:spPr>
          <a:xfrm>
            <a:off x="18665328" y="19021007"/>
            <a:ext cx="1030514" cy="2314168"/>
          </a:xfrm>
          <a:prstGeom prst="rect">
            <a:avLst/>
          </a:prstGeom>
          <a:solidFill>
            <a:srgbClr val="B0DEF0"/>
          </a:solidFill>
          <a:ln w="76200">
            <a:solidFill>
              <a:srgbClr val="115E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6E1D302-046B-44E7-84E2-5107D2E50D4E}"/>
              </a:ext>
            </a:extLst>
          </p:cNvPr>
          <p:cNvCxnSpPr>
            <a:cxnSpLocks/>
          </p:cNvCxnSpPr>
          <p:nvPr/>
        </p:nvCxnSpPr>
        <p:spPr>
          <a:xfrm>
            <a:off x="7437867" y="11446315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D3FDB8BA-0598-475A-80D0-B20A3F3039F5}"/>
              </a:ext>
            </a:extLst>
          </p:cNvPr>
          <p:cNvCxnSpPr>
            <a:cxnSpLocks/>
          </p:cNvCxnSpPr>
          <p:nvPr/>
        </p:nvCxnSpPr>
        <p:spPr>
          <a:xfrm>
            <a:off x="9202421" y="11450654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FE7C7E71-2DB5-4D55-B836-99BCB2B00F5B}"/>
              </a:ext>
            </a:extLst>
          </p:cNvPr>
          <p:cNvCxnSpPr>
            <a:cxnSpLocks/>
          </p:cNvCxnSpPr>
          <p:nvPr/>
        </p:nvCxnSpPr>
        <p:spPr>
          <a:xfrm>
            <a:off x="12119789" y="11536508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1E208452-3A3E-45BA-802A-FAC052C729F0}"/>
              </a:ext>
            </a:extLst>
          </p:cNvPr>
          <p:cNvCxnSpPr>
            <a:cxnSpLocks/>
          </p:cNvCxnSpPr>
          <p:nvPr/>
        </p:nvCxnSpPr>
        <p:spPr>
          <a:xfrm>
            <a:off x="15423389" y="11482510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77AC47D-66B6-44C5-85BD-290F6E2B8A81}"/>
              </a:ext>
            </a:extLst>
          </p:cNvPr>
          <p:cNvCxnSpPr>
            <a:cxnSpLocks/>
          </p:cNvCxnSpPr>
          <p:nvPr/>
        </p:nvCxnSpPr>
        <p:spPr>
          <a:xfrm>
            <a:off x="17212427" y="11357309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89D0088A-AB54-4EFC-8DD7-314343708C7E}"/>
              </a:ext>
            </a:extLst>
          </p:cNvPr>
          <p:cNvCxnSpPr>
            <a:cxnSpLocks/>
          </p:cNvCxnSpPr>
          <p:nvPr/>
        </p:nvCxnSpPr>
        <p:spPr>
          <a:xfrm>
            <a:off x="18891117" y="11431604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33428FC-0486-433D-8A6A-07FE98F3D72D}"/>
              </a:ext>
            </a:extLst>
          </p:cNvPr>
          <p:cNvCxnSpPr>
            <a:cxnSpLocks/>
          </p:cNvCxnSpPr>
          <p:nvPr/>
        </p:nvCxnSpPr>
        <p:spPr>
          <a:xfrm>
            <a:off x="7495017" y="15735341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B5518863-E910-45D8-A19B-51E6E2B04AD2}"/>
              </a:ext>
            </a:extLst>
          </p:cNvPr>
          <p:cNvCxnSpPr>
            <a:cxnSpLocks/>
          </p:cNvCxnSpPr>
          <p:nvPr/>
        </p:nvCxnSpPr>
        <p:spPr>
          <a:xfrm>
            <a:off x="9465785" y="15735341"/>
            <a:ext cx="830828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4266E315-D80E-4078-8F99-C9FA53E85AB8}"/>
              </a:ext>
            </a:extLst>
          </p:cNvPr>
          <p:cNvCxnSpPr>
            <a:cxnSpLocks/>
          </p:cNvCxnSpPr>
          <p:nvPr/>
        </p:nvCxnSpPr>
        <p:spPr>
          <a:xfrm>
            <a:off x="11932914" y="15716902"/>
            <a:ext cx="134474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9C0F72C-EC27-4E51-86EC-00D4EAD20332}"/>
              </a:ext>
            </a:extLst>
          </p:cNvPr>
          <p:cNvCxnSpPr>
            <a:cxnSpLocks/>
          </p:cNvCxnSpPr>
          <p:nvPr/>
        </p:nvCxnSpPr>
        <p:spPr>
          <a:xfrm>
            <a:off x="17170136" y="15735341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42C25413-9182-462D-A76B-A4B45370373D}"/>
              </a:ext>
            </a:extLst>
          </p:cNvPr>
          <p:cNvCxnSpPr>
            <a:cxnSpLocks/>
          </p:cNvCxnSpPr>
          <p:nvPr/>
        </p:nvCxnSpPr>
        <p:spPr>
          <a:xfrm>
            <a:off x="18891116" y="15716902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2ED70526-E8AE-4BE8-9A68-77D8F5439C1B}"/>
              </a:ext>
            </a:extLst>
          </p:cNvPr>
          <p:cNvCxnSpPr>
            <a:cxnSpLocks/>
          </p:cNvCxnSpPr>
          <p:nvPr/>
        </p:nvCxnSpPr>
        <p:spPr>
          <a:xfrm>
            <a:off x="14955934" y="15735341"/>
            <a:ext cx="958840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A1348B64-9CDF-41DB-832D-67D23DD94A5B}"/>
              </a:ext>
            </a:extLst>
          </p:cNvPr>
          <p:cNvCxnSpPr>
            <a:cxnSpLocks/>
          </p:cNvCxnSpPr>
          <p:nvPr/>
        </p:nvCxnSpPr>
        <p:spPr>
          <a:xfrm>
            <a:off x="6137085" y="20213575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5B61C02-65E5-4690-8A90-A829B826E065}"/>
              </a:ext>
            </a:extLst>
          </p:cNvPr>
          <p:cNvCxnSpPr>
            <a:cxnSpLocks/>
          </p:cNvCxnSpPr>
          <p:nvPr/>
        </p:nvCxnSpPr>
        <p:spPr>
          <a:xfrm>
            <a:off x="7784484" y="20213575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4B0A58D-0042-415D-AE09-6998BDF90151}"/>
              </a:ext>
            </a:extLst>
          </p:cNvPr>
          <p:cNvCxnSpPr>
            <a:cxnSpLocks/>
          </p:cNvCxnSpPr>
          <p:nvPr/>
        </p:nvCxnSpPr>
        <p:spPr>
          <a:xfrm>
            <a:off x="18086393" y="20213575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CFAA7A3E-73E2-4B74-9FED-AAB33B0E351F}"/>
              </a:ext>
            </a:extLst>
          </p:cNvPr>
          <p:cNvCxnSpPr>
            <a:cxnSpLocks/>
          </p:cNvCxnSpPr>
          <p:nvPr/>
        </p:nvCxnSpPr>
        <p:spPr>
          <a:xfrm>
            <a:off x="19776076" y="20213575"/>
            <a:ext cx="578935" cy="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390AF934-BA46-4C92-83AA-8BB3FCD83A54}"/>
              </a:ext>
            </a:extLst>
          </p:cNvPr>
          <p:cNvSpPr/>
          <p:nvPr/>
        </p:nvSpPr>
        <p:spPr>
          <a:xfrm>
            <a:off x="10210950" y="18914923"/>
            <a:ext cx="6133418" cy="919777"/>
          </a:xfrm>
          <a:prstGeom prst="rect">
            <a:avLst/>
          </a:prstGeom>
          <a:solidFill>
            <a:srgbClr val="8ED973"/>
          </a:solidFill>
          <a:ln w="76200">
            <a:solidFill>
              <a:srgbClr val="407D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13DBD11-D8E1-4E40-94A8-59F995567DAB}"/>
              </a:ext>
            </a:extLst>
          </p:cNvPr>
          <p:cNvSpPr/>
          <p:nvPr/>
        </p:nvSpPr>
        <p:spPr>
          <a:xfrm>
            <a:off x="10172074" y="20415398"/>
            <a:ext cx="6133418" cy="919777"/>
          </a:xfrm>
          <a:prstGeom prst="rect">
            <a:avLst/>
          </a:prstGeom>
          <a:solidFill>
            <a:srgbClr val="8ED973"/>
          </a:solidFill>
          <a:ln w="76200">
            <a:solidFill>
              <a:srgbClr val="407D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301031BD-BCD7-49C4-B606-45D3F4EBBF79}"/>
              </a:ext>
            </a:extLst>
          </p:cNvPr>
          <p:cNvCxnSpPr/>
          <p:nvPr/>
        </p:nvCxnSpPr>
        <p:spPr>
          <a:xfrm flipV="1">
            <a:off x="4377470" y="17616272"/>
            <a:ext cx="1326279" cy="644042"/>
          </a:xfrm>
          <a:prstGeom prst="line">
            <a:avLst/>
          </a:prstGeom>
          <a:ln w="76200">
            <a:solidFill>
              <a:srgbClr val="C25A2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23328440-7BD4-4319-86F0-46DD0320163C}"/>
              </a:ext>
            </a:extLst>
          </p:cNvPr>
          <p:cNvCxnSpPr>
            <a:cxnSpLocks/>
          </p:cNvCxnSpPr>
          <p:nvPr/>
        </p:nvCxnSpPr>
        <p:spPr>
          <a:xfrm>
            <a:off x="4389298" y="19853010"/>
            <a:ext cx="1211246" cy="1875368"/>
          </a:xfrm>
          <a:prstGeom prst="line">
            <a:avLst/>
          </a:prstGeom>
          <a:ln w="76200">
            <a:solidFill>
              <a:srgbClr val="C25A2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EAF7A22A-E031-4A0D-A7DA-92F8BCF98E32}"/>
              </a:ext>
            </a:extLst>
          </p:cNvPr>
          <p:cNvCxnSpPr>
            <a:cxnSpLocks/>
          </p:cNvCxnSpPr>
          <p:nvPr/>
        </p:nvCxnSpPr>
        <p:spPr>
          <a:xfrm>
            <a:off x="4394147" y="15088545"/>
            <a:ext cx="1191337" cy="2259941"/>
          </a:xfrm>
          <a:prstGeom prst="line">
            <a:avLst/>
          </a:prstGeom>
          <a:ln w="76200">
            <a:solidFill>
              <a:srgbClr val="FCD24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133995B5-CC35-474B-ACEB-6CDA1D67FE1C}"/>
              </a:ext>
            </a:extLst>
          </p:cNvPr>
          <p:cNvCxnSpPr>
            <a:cxnSpLocks/>
          </p:cNvCxnSpPr>
          <p:nvPr/>
        </p:nvCxnSpPr>
        <p:spPr>
          <a:xfrm flipV="1">
            <a:off x="4381972" y="13410014"/>
            <a:ext cx="1272752" cy="102697"/>
          </a:xfrm>
          <a:prstGeom prst="line">
            <a:avLst/>
          </a:prstGeom>
          <a:ln w="76200">
            <a:solidFill>
              <a:srgbClr val="FCD24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D732A59C-417C-43DF-93D4-D55038816C7C}"/>
              </a:ext>
            </a:extLst>
          </p:cNvPr>
          <p:cNvCxnSpPr>
            <a:cxnSpLocks/>
          </p:cNvCxnSpPr>
          <p:nvPr/>
        </p:nvCxnSpPr>
        <p:spPr>
          <a:xfrm>
            <a:off x="4353439" y="8910990"/>
            <a:ext cx="1247105" cy="204846"/>
          </a:xfrm>
          <a:prstGeom prst="line">
            <a:avLst/>
          </a:prstGeom>
          <a:ln w="76200">
            <a:solidFill>
              <a:srgbClr val="86AA6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E900FCAE-331E-4FD3-B17C-3C03D82BFE8A}"/>
              </a:ext>
            </a:extLst>
          </p:cNvPr>
          <p:cNvCxnSpPr>
            <a:cxnSpLocks/>
          </p:cNvCxnSpPr>
          <p:nvPr/>
        </p:nvCxnSpPr>
        <p:spPr>
          <a:xfrm>
            <a:off x="4353439" y="10559056"/>
            <a:ext cx="1171777" cy="2507593"/>
          </a:xfrm>
          <a:prstGeom prst="line">
            <a:avLst/>
          </a:prstGeom>
          <a:ln w="76200">
            <a:solidFill>
              <a:srgbClr val="86AA6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C74BEF24-1E64-4849-8915-69EAE4F2D850}"/>
              </a:ext>
            </a:extLst>
          </p:cNvPr>
          <p:cNvCxnSpPr>
            <a:cxnSpLocks/>
          </p:cNvCxnSpPr>
          <p:nvPr/>
        </p:nvCxnSpPr>
        <p:spPr>
          <a:xfrm>
            <a:off x="4353439" y="8158924"/>
            <a:ext cx="1350310" cy="769624"/>
          </a:xfrm>
          <a:prstGeom prst="line">
            <a:avLst/>
          </a:prstGeom>
          <a:ln w="76200">
            <a:solidFill>
              <a:srgbClr val="09577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152BE3CB-8F76-45AC-864B-225733F4A099}"/>
              </a:ext>
            </a:extLst>
          </p:cNvPr>
          <p:cNvCxnSpPr>
            <a:cxnSpLocks/>
          </p:cNvCxnSpPr>
          <p:nvPr/>
        </p:nvCxnSpPr>
        <p:spPr>
          <a:xfrm flipV="1">
            <a:off x="4377470" y="4830503"/>
            <a:ext cx="1277254" cy="1715827"/>
          </a:xfrm>
          <a:prstGeom prst="line">
            <a:avLst/>
          </a:prstGeom>
          <a:ln w="76200">
            <a:solidFill>
              <a:srgbClr val="09577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: 单圆角 89">
            <a:extLst>
              <a:ext uri="{FF2B5EF4-FFF2-40B4-BE49-F238E27FC236}">
                <a16:creationId xmlns:a16="http://schemas.microsoft.com/office/drawing/2014/main" id="{6D590733-B76A-4142-A6E1-4A60AAD81772}"/>
              </a:ext>
            </a:extLst>
          </p:cNvPr>
          <p:cNvSpPr/>
          <p:nvPr/>
        </p:nvSpPr>
        <p:spPr>
          <a:xfrm rot="10800000" flipH="1" flipV="1">
            <a:off x="182698" y="3218675"/>
            <a:ext cx="10835692" cy="1196787"/>
          </a:xfrm>
          <a:prstGeom prst="round1Rect">
            <a:avLst>
              <a:gd name="adj" fmla="val 50000"/>
            </a:avLst>
          </a:prstGeom>
          <a:solidFill>
            <a:srgbClr val="76B533"/>
          </a:solidFill>
          <a:ln>
            <a:solidFill>
              <a:srgbClr val="76B5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D7D35AF-F6E2-4AA0-BF99-22D88019E05A}"/>
              </a:ext>
            </a:extLst>
          </p:cNvPr>
          <p:cNvSpPr/>
          <p:nvPr/>
        </p:nvSpPr>
        <p:spPr>
          <a:xfrm>
            <a:off x="6746382" y="19055698"/>
            <a:ext cx="1030514" cy="2314168"/>
          </a:xfrm>
          <a:prstGeom prst="rect">
            <a:avLst/>
          </a:prstGeom>
          <a:solidFill>
            <a:srgbClr val="B0DEF0"/>
          </a:solidFill>
          <a:ln w="76200">
            <a:solidFill>
              <a:srgbClr val="115E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559ECAB5-D73A-49E1-BD3C-FEA0468131ED}"/>
              </a:ext>
            </a:extLst>
          </p:cNvPr>
          <p:cNvCxnSpPr>
            <a:cxnSpLocks/>
            <a:endCxn id="66" idx="1"/>
          </p:cNvCxnSpPr>
          <p:nvPr/>
        </p:nvCxnSpPr>
        <p:spPr>
          <a:xfrm flipV="1">
            <a:off x="9455017" y="19374812"/>
            <a:ext cx="755933" cy="792744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796184F0-9F74-4992-A038-C05D71C67EB7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9465785" y="20179965"/>
            <a:ext cx="690467" cy="766793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A86A012B-6667-48A8-82EB-1864120498BF}"/>
              </a:ext>
            </a:extLst>
          </p:cNvPr>
          <p:cNvCxnSpPr>
            <a:cxnSpLocks/>
          </p:cNvCxnSpPr>
          <p:nvPr/>
        </p:nvCxnSpPr>
        <p:spPr>
          <a:xfrm flipV="1">
            <a:off x="16305492" y="20167557"/>
            <a:ext cx="727346" cy="623137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1AA4A0CF-A9C3-4396-AA34-E38654EF23E3}"/>
              </a:ext>
            </a:extLst>
          </p:cNvPr>
          <p:cNvCxnSpPr>
            <a:cxnSpLocks/>
            <a:stCxn id="66" idx="3"/>
            <a:endCxn id="42" idx="1"/>
          </p:cNvCxnSpPr>
          <p:nvPr/>
        </p:nvCxnSpPr>
        <p:spPr>
          <a:xfrm>
            <a:off x="16344368" y="19374812"/>
            <a:ext cx="599979" cy="803280"/>
          </a:xfrm>
          <a:prstGeom prst="straightConnector1">
            <a:avLst/>
          </a:prstGeom>
          <a:ln w="127000">
            <a:solidFill>
              <a:srgbClr val="77B6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023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24AF12B-F093-463E-BAF8-6527C9EE03CD}"/>
              </a:ext>
            </a:extLst>
          </p:cNvPr>
          <p:cNvSpPr/>
          <p:nvPr/>
        </p:nvSpPr>
        <p:spPr>
          <a:xfrm>
            <a:off x="411693" y="15195268"/>
            <a:ext cx="9195819" cy="2159678"/>
          </a:xfrm>
          <a:prstGeom prst="roundRect">
            <a:avLst>
              <a:gd name="adj" fmla="val 9667"/>
            </a:avLst>
          </a:prstGeom>
          <a:solidFill>
            <a:srgbClr val="FAEE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BA993C2-5F7D-4CA4-B80E-8573BFE185F1}"/>
              </a:ext>
            </a:extLst>
          </p:cNvPr>
          <p:cNvSpPr/>
          <p:nvPr/>
        </p:nvSpPr>
        <p:spPr>
          <a:xfrm>
            <a:off x="412260" y="12517850"/>
            <a:ext cx="4389661" cy="1877786"/>
          </a:xfrm>
          <a:prstGeom prst="roundRect">
            <a:avLst>
              <a:gd name="adj" fmla="val 9667"/>
            </a:avLst>
          </a:prstGeom>
          <a:solidFill>
            <a:srgbClr val="EFF9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F7CB0A6-5A20-4C46-8818-329B0CC65CAC}"/>
              </a:ext>
            </a:extLst>
          </p:cNvPr>
          <p:cNvSpPr/>
          <p:nvPr/>
        </p:nvSpPr>
        <p:spPr>
          <a:xfrm>
            <a:off x="4958629" y="12544808"/>
            <a:ext cx="4648884" cy="1877786"/>
          </a:xfrm>
          <a:prstGeom prst="roundRect">
            <a:avLst>
              <a:gd name="adj" fmla="val 9667"/>
            </a:avLst>
          </a:prstGeom>
          <a:solidFill>
            <a:srgbClr val="FDF5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258DA09-077C-4DA4-A46C-3CD6BDD0D5F1}"/>
              </a:ext>
            </a:extLst>
          </p:cNvPr>
          <p:cNvSpPr/>
          <p:nvPr/>
        </p:nvSpPr>
        <p:spPr>
          <a:xfrm>
            <a:off x="412261" y="10320706"/>
            <a:ext cx="4389661" cy="1451429"/>
          </a:xfrm>
          <a:prstGeom prst="roundRect">
            <a:avLst>
              <a:gd name="adj" fmla="val 9667"/>
            </a:avLst>
          </a:prstGeom>
          <a:solidFill>
            <a:srgbClr val="EFF9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7B76521-E259-412C-9AEC-573B562286F9}"/>
              </a:ext>
            </a:extLst>
          </p:cNvPr>
          <p:cNvSpPr/>
          <p:nvPr/>
        </p:nvSpPr>
        <p:spPr>
          <a:xfrm>
            <a:off x="4948882" y="10320705"/>
            <a:ext cx="4648884" cy="1451429"/>
          </a:xfrm>
          <a:prstGeom prst="roundRect">
            <a:avLst>
              <a:gd name="adj" fmla="val 9667"/>
            </a:avLst>
          </a:prstGeom>
          <a:solidFill>
            <a:srgbClr val="FDF5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22DD9B3-FE35-48AD-BB8D-4218A95FEF06}"/>
              </a:ext>
            </a:extLst>
          </p:cNvPr>
          <p:cNvSpPr/>
          <p:nvPr/>
        </p:nvSpPr>
        <p:spPr>
          <a:xfrm>
            <a:off x="10237523" y="13456743"/>
            <a:ext cx="9753600" cy="3988788"/>
          </a:xfrm>
          <a:prstGeom prst="roundRect">
            <a:avLst>
              <a:gd name="adj" fmla="val 4937"/>
            </a:avLst>
          </a:prstGeom>
          <a:solidFill>
            <a:srgbClr val="FDF5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3CD8628-0E5E-4FC6-9807-C3E03768267F}"/>
              </a:ext>
            </a:extLst>
          </p:cNvPr>
          <p:cNvSpPr/>
          <p:nvPr/>
        </p:nvSpPr>
        <p:spPr>
          <a:xfrm>
            <a:off x="10237523" y="8619053"/>
            <a:ext cx="9753600" cy="4709597"/>
          </a:xfrm>
          <a:prstGeom prst="roundRect">
            <a:avLst>
              <a:gd name="adj" fmla="val 4937"/>
            </a:avLst>
          </a:prstGeom>
          <a:solidFill>
            <a:srgbClr val="EFF9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D3F3487-BB23-4E31-9A96-528DB9DEC46B}"/>
              </a:ext>
            </a:extLst>
          </p:cNvPr>
          <p:cNvCxnSpPr/>
          <p:nvPr/>
        </p:nvCxnSpPr>
        <p:spPr>
          <a:xfrm>
            <a:off x="9970824" y="8619053"/>
            <a:ext cx="0" cy="8997045"/>
          </a:xfrm>
          <a:prstGeom prst="line">
            <a:avLst/>
          </a:prstGeom>
          <a:ln w="76200">
            <a:solidFill>
              <a:srgbClr val="33739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DE12D13-C6A5-4EF5-A046-E249B42AE4F8}"/>
              </a:ext>
            </a:extLst>
          </p:cNvPr>
          <p:cNvSpPr/>
          <p:nvPr/>
        </p:nvSpPr>
        <p:spPr>
          <a:xfrm>
            <a:off x="706176" y="9023133"/>
            <a:ext cx="363758" cy="263979"/>
          </a:xfrm>
          <a:prstGeom prst="roundRect">
            <a:avLst/>
          </a:prstGeom>
          <a:solidFill>
            <a:srgbClr val="5F96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CAF3C30-C657-47C5-A4DC-FBAE9384D924}"/>
              </a:ext>
            </a:extLst>
          </p:cNvPr>
          <p:cNvSpPr/>
          <p:nvPr/>
        </p:nvSpPr>
        <p:spPr>
          <a:xfrm>
            <a:off x="5738093" y="9023133"/>
            <a:ext cx="363758" cy="263979"/>
          </a:xfrm>
          <a:prstGeom prst="roundRect">
            <a:avLst/>
          </a:prstGeom>
          <a:solidFill>
            <a:srgbClr val="5F96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47C8F52-F5CB-4D89-9BB9-0D71CF3A3CD1}"/>
              </a:ext>
            </a:extLst>
          </p:cNvPr>
          <p:cNvSpPr/>
          <p:nvPr/>
        </p:nvSpPr>
        <p:spPr>
          <a:xfrm>
            <a:off x="1678866" y="9023133"/>
            <a:ext cx="363758" cy="263979"/>
          </a:xfrm>
          <a:prstGeom prst="roundRect">
            <a:avLst/>
          </a:prstGeom>
          <a:solidFill>
            <a:srgbClr val="5F96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2814735-C75C-40EB-895D-883EA415E845}"/>
              </a:ext>
            </a:extLst>
          </p:cNvPr>
          <p:cNvSpPr/>
          <p:nvPr/>
        </p:nvSpPr>
        <p:spPr>
          <a:xfrm>
            <a:off x="2579659" y="9023133"/>
            <a:ext cx="363758" cy="263979"/>
          </a:xfrm>
          <a:prstGeom prst="roundRect">
            <a:avLst/>
          </a:prstGeom>
          <a:solidFill>
            <a:srgbClr val="5F96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2685FD7-36EB-4ECE-89AB-CFA7C27E2ED9}"/>
              </a:ext>
            </a:extLst>
          </p:cNvPr>
          <p:cNvSpPr/>
          <p:nvPr/>
        </p:nvSpPr>
        <p:spPr>
          <a:xfrm>
            <a:off x="3571390" y="9023133"/>
            <a:ext cx="363758" cy="263979"/>
          </a:xfrm>
          <a:prstGeom prst="roundRect">
            <a:avLst/>
          </a:prstGeom>
          <a:solidFill>
            <a:srgbClr val="5F96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9A5FDB6-F748-4BB9-ABE9-F5CE2DF7D0BB}"/>
              </a:ext>
            </a:extLst>
          </p:cNvPr>
          <p:cNvSpPr/>
          <p:nvPr/>
        </p:nvSpPr>
        <p:spPr>
          <a:xfrm>
            <a:off x="6739583" y="9023133"/>
            <a:ext cx="363758" cy="263979"/>
          </a:xfrm>
          <a:prstGeom prst="roundRect">
            <a:avLst/>
          </a:prstGeom>
          <a:solidFill>
            <a:srgbClr val="5F96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889D9C8-6621-4B2C-8517-9DFAFDE7D96D}"/>
              </a:ext>
            </a:extLst>
          </p:cNvPr>
          <p:cNvSpPr/>
          <p:nvPr/>
        </p:nvSpPr>
        <p:spPr>
          <a:xfrm>
            <a:off x="7687733" y="9023133"/>
            <a:ext cx="363758" cy="263979"/>
          </a:xfrm>
          <a:prstGeom prst="roundRect">
            <a:avLst/>
          </a:prstGeom>
          <a:solidFill>
            <a:srgbClr val="5F96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D59A2B9-92E1-40F2-A69D-6A6416A4F2B0}"/>
              </a:ext>
            </a:extLst>
          </p:cNvPr>
          <p:cNvSpPr/>
          <p:nvPr/>
        </p:nvSpPr>
        <p:spPr>
          <a:xfrm>
            <a:off x="8605576" y="9023133"/>
            <a:ext cx="363758" cy="263979"/>
          </a:xfrm>
          <a:prstGeom prst="roundRect">
            <a:avLst/>
          </a:prstGeom>
          <a:solidFill>
            <a:srgbClr val="5F96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7BFF699-19BB-4535-8080-3F05E2725D26}"/>
              </a:ext>
            </a:extLst>
          </p:cNvPr>
          <p:cNvSpPr/>
          <p:nvPr/>
        </p:nvSpPr>
        <p:spPr>
          <a:xfrm>
            <a:off x="411693" y="8907472"/>
            <a:ext cx="8812370" cy="495300"/>
          </a:xfrm>
          <a:prstGeom prst="roundRect">
            <a:avLst/>
          </a:prstGeom>
          <a:noFill/>
          <a:ln w="38100">
            <a:solidFill>
              <a:srgbClr val="17344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AB88F1-DE67-4B21-AE0B-E4F4ADE24412}"/>
              </a:ext>
            </a:extLst>
          </p:cNvPr>
          <p:cNvSpPr txBox="1"/>
          <p:nvPr/>
        </p:nvSpPr>
        <p:spPr>
          <a:xfrm>
            <a:off x="4600844" y="8794541"/>
            <a:ext cx="513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…</a:t>
            </a:r>
            <a:endParaRPr lang="zh-CN" altLang="en-US" sz="3600" b="1" dirty="0"/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50C930A1-56D0-47DF-9714-AA5F6BF936E9}"/>
              </a:ext>
            </a:extLst>
          </p:cNvPr>
          <p:cNvSpPr/>
          <p:nvPr/>
        </p:nvSpPr>
        <p:spPr>
          <a:xfrm>
            <a:off x="5104635" y="9524911"/>
            <a:ext cx="815337" cy="667345"/>
          </a:xfrm>
          <a:prstGeom prst="downArrow">
            <a:avLst/>
          </a:prstGeom>
          <a:noFill/>
          <a:ln w="19050">
            <a:solidFill>
              <a:srgbClr val="173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0BD0F336-676C-4CE8-8C4E-821DF7080EFE}"/>
              </a:ext>
            </a:extLst>
          </p:cNvPr>
          <p:cNvSpPr/>
          <p:nvPr/>
        </p:nvSpPr>
        <p:spPr>
          <a:xfrm>
            <a:off x="547875" y="9524911"/>
            <a:ext cx="815337" cy="667345"/>
          </a:xfrm>
          <a:prstGeom prst="downArrow">
            <a:avLst/>
          </a:prstGeom>
          <a:noFill/>
          <a:ln w="19050">
            <a:solidFill>
              <a:srgbClr val="173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917080E-6B31-48EE-935C-A60FC156B159}"/>
              </a:ext>
            </a:extLst>
          </p:cNvPr>
          <p:cNvSpPr/>
          <p:nvPr/>
        </p:nvSpPr>
        <p:spPr>
          <a:xfrm>
            <a:off x="639415" y="11299611"/>
            <a:ext cx="363758" cy="263979"/>
          </a:xfrm>
          <a:prstGeom prst="roundRect">
            <a:avLst/>
          </a:prstGeom>
          <a:solidFill>
            <a:srgbClr val="C1E4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A205328-5021-40E5-9D27-5C09C5BBCB2D}"/>
              </a:ext>
            </a:extLst>
          </p:cNvPr>
          <p:cNvSpPr/>
          <p:nvPr/>
        </p:nvSpPr>
        <p:spPr>
          <a:xfrm>
            <a:off x="1561752" y="11299611"/>
            <a:ext cx="363758" cy="263979"/>
          </a:xfrm>
          <a:prstGeom prst="roundRect">
            <a:avLst/>
          </a:prstGeom>
          <a:solidFill>
            <a:srgbClr val="C1E4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96DFDAA-A180-489C-BFFC-06F3BCE0439F}"/>
              </a:ext>
            </a:extLst>
          </p:cNvPr>
          <p:cNvSpPr/>
          <p:nvPr/>
        </p:nvSpPr>
        <p:spPr>
          <a:xfrm>
            <a:off x="4029865" y="11299611"/>
            <a:ext cx="363758" cy="263979"/>
          </a:xfrm>
          <a:prstGeom prst="roundRect">
            <a:avLst/>
          </a:prstGeom>
          <a:solidFill>
            <a:srgbClr val="C1E4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00AEF7F-E655-4420-9F43-1689B5811EAE}"/>
              </a:ext>
            </a:extLst>
          </p:cNvPr>
          <p:cNvSpPr/>
          <p:nvPr/>
        </p:nvSpPr>
        <p:spPr>
          <a:xfrm>
            <a:off x="3104207" y="11307560"/>
            <a:ext cx="363758" cy="263979"/>
          </a:xfrm>
          <a:prstGeom prst="roundRect">
            <a:avLst/>
          </a:prstGeom>
          <a:solidFill>
            <a:srgbClr val="C1E4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FA92BBA-C6A7-4D2C-ACEB-B0EF7894DF31}"/>
              </a:ext>
            </a:extLst>
          </p:cNvPr>
          <p:cNvSpPr/>
          <p:nvPr/>
        </p:nvSpPr>
        <p:spPr>
          <a:xfrm>
            <a:off x="5287021" y="11285575"/>
            <a:ext cx="363758" cy="263979"/>
          </a:xfrm>
          <a:prstGeom prst="roundRect">
            <a:avLst/>
          </a:prstGeom>
          <a:solidFill>
            <a:srgbClr val="C1E4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341D82E-7BA2-4F30-89FC-18FD1B641310}"/>
              </a:ext>
            </a:extLst>
          </p:cNvPr>
          <p:cNvSpPr/>
          <p:nvPr/>
        </p:nvSpPr>
        <p:spPr>
          <a:xfrm>
            <a:off x="6134220" y="11299611"/>
            <a:ext cx="363758" cy="263979"/>
          </a:xfrm>
          <a:prstGeom prst="roundRect">
            <a:avLst/>
          </a:prstGeom>
          <a:solidFill>
            <a:srgbClr val="C1E4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F964BA0-9FD2-4082-968B-EE50C3B7BB1E}"/>
              </a:ext>
            </a:extLst>
          </p:cNvPr>
          <p:cNvSpPr/>
          <p:nvPr/>
        </p:nvSpPr>
        <p:spPr>
          <a:xfrm>
            <a:off x="7022615" y="11299611"/>
            <a:ext cx="363758" cy="263979"/>
          </a:xfrm>
          <a:prstGeom prst="roundRect">
            <a:avLst/>
          </a:prstGeom>
          <a:solidFill>
            <a:srgbClr val="C1E4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BD028FC-36E3-4897-8168-E314F1001AE4}"/>
              </a:ext>
            </a:extLst>
          </p:cNvPr>
          <p:cNvSpPr/>
          <p:nvPr/>
        </p:nvSpPr>
        <p:spPr>
          <a:xfrm>
            <a:off x="8795383" y="11285575"/>
            <a:ext cx="363758" cy="263979"/>
          </a:xfrm>
          <a:prstGeom prst="roundRect">
            <a:avLst/>
          </a:prstGeom>
          <a:solidFill>
            <a:srgbClr val="C1E4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956487B-F89D-4142-9614-63B4F05947CF}"/>
              </a:ext>
            </a:extLst>
          </p:cNvPr>
          <p:cNvSpPr/>
          <p:nvPr/>
        </p:nvSpPr>
        <p:spPr>
          <a:xfrm>
            <a:off x="552445" y="10920938"/>
            <a:ext cx="1490180" cy="737662"/>
          </a:xfrm>
          <a:prstGeom prst="roundRect">
            <a:avLst/>
          </a:prstGeom>
          <a:noFill/>
          <a:ln w="38100">
            <a:solidFill>
              <a:srgbClr val="17344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61C6552-3BCC-4F73-9140-930D0CD59624}"/>
              </a:ext>
            </a:extLst>
          </p:cNvPr>
          <p:cNvSpPr/>
          <p:nvPr/>
        </p:nvSpPr>
        <p:spPr>
          <a:xfrm>
            <a:off x="3019781" y="10916744"/>
            <a:ext cx="1490180" cy="737662"/>
          </a:xfrm>
          <a:prstGeom prst="roundRect">
            <a:avLst/>
          </a:prstGeom>
          <a:noFill/>
          <a:ln w="38100">
            <a:solidFill>
              <a:srgbClr val="17344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9A818B88-2520-4D0A-A90C-07F31493307A}"/>
              </a:ext>
            </a:extLst>
          </p:cNvPr>
          <p:cNvSpPr/>
          <p:nvPr/>
        </p:nvSpPr>
        <p:spPr>
          <a:xfrm>
            <a:off x="5075363" y="10930780"/>
            <a:ext cx="4291296" cy="737662"/>
          </a:xfrm>
          <a:prstGeom prst="roundRect">
            <a:avLst/>
          </a:prstGeom>
          <a:noFill/>
          <a:ln w="38100">
            <a:solidFill>
              <a:srgbClr val="17344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56E7958-63E2-42AB-A0BF-8F4DDB935615}"/>
              </a:ext>
            </a:extLst>
          </p:cNvPr>
          <p:cNvSpPr/>
          <p:nvPr/>
        </p:nvSpPr>
        <p:spPr>
          <a:xfrm>
            <a:off x="552444" y="13722350"/>
            <a:ext cx="1963479" cy="527050"/>
          </a:xfrm>
          <a:prstGeom prst="roundRect">
            <a:avLst/>
          </a:prstGeom>
          <a:noFill/>
          <a:ln w="38100">
            <a:solidFill>
              <a:srgbClr val="17344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EAE38AC-60BE-4E0F-A163-A72953616FE1}"/>
              </a:ext>
            </a:extLst>
          </p:cNvPr>
          <p:cNvSpPr/>
          <p:nvPr/>
        </p:nvSpPr>
        <p:spPr>
          <a:xfrm>
            <a:off x="2738899" y="13703231"/>
            <a:ext cx="1963479" cy="527050"/>
          </a:xfrm>
          <a:prstGeom prst="roundRect">
            <a:avLst/>
          </a:prstGeom>
          <a:noFill/>
          <a:ln w="38100">
            <a:solidFill>
              <a:srgbClr val="17344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3ABE3E78-84DC-4B32-B6EA-1174FF3EB328}"/>
              </a:ext>
            </a:extLst>
          </p:cNvPr>
          <p:cNvSpPr/>
          <p:nvPr/>
        </p:nvSpPr>
        <p:spPr>
          <a:xfrm>
            <a:off x="5264365" y="13722350"/>
            <a:ext cx="1963479" cy="527050"/>
          </a:xfrm>
          <a:prstGeom prst="roundRect">
            <a:avLst/>
          </a:prstGeom>
          <a:noFill/>
          <a:ln w="38100">
            <a:solidFill>
              <a:srgbClr val="17344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E8391DDA-645B-496F-9EE0-341A82176AED}"/>
              </a:ext>
            </a:extLst>
          </p:cNvPr>
          <p:cNvSpPr/>
          <p:nvPr/>
        </p:nvSpPr>
        <p:spPr>
          <a:xfrm>
            <a:off x="7435939" y="13722467"/>
            <a:ext cx="1963479" cy="527050"/>
          </a:xfrm>
          <a:prstGeom prst="roundRect">
            <a:avLst/>
          </a:prstGeom>
          <a:noFill/>
          <a:ln w="38100">
            <a:solidFill>
              <a:srgbClr val="17344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箭头: 下 41">
            <a:extLst>
              <a:ext uri="{FF2B5EF4-FFF2-40B4-BE49-F238E27FC236}">
                <a16:creationId xmlns:a16="http://schemas.microsoft.com/office/drawing/2014/main" id="{E18FB44B-7812-4BAB-BBDC-CE60133452D3}"/>
              </a:ext>
            </a:extLst>
          </p:cNvPr>
          <p:cNvSpPr/>
          <p:nvPr/>
        </p:nvSpPr>
        <p:spPr>
          <a:xfrm>
            <a:off x="6875402" y="11932421"/>
            <a:ext cx="815337" cy="559693"/>
          </a:xfrm>
          <a:prstGeom prst="downArrow">
            <a:avLst/>
          </a:prstGeom>
          <a:noFill/>
          <a:ln w="19050">
            <a:solidFill>
              <a:srgbClr val="173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下 42">
            <a:extLst>
              <a:ext uri="{FF2B5EF4-FFF2-40B4-BE49-F238E27FC236}">
                <a16:creationId xmlns:a16="http://schemas.microsoft.com/office/drawing/2014/main" id="{8CCA7865-89C2-4ADE-947B-CD9BB1EBB6E9}"/>
              </a:ext>
            </a:extLst>
          </p:cNvPr>
          <p:cNvSpPr/>
          <p:nvPr/>
        </p:nvSpPr>
        <p:spPr>
          <a:xfrm>
            <a:off x="2184228" y="11907571"/>
            <a:ext cx="815337" cy="559693"/>
          </a:xfrm>
          <a:prstGeom prst="downArrow">
            <a:avLst/>
          </a:prstGeom>
          <a:noFill/>
          <a:ln w="19050">
            <a:solidFill>
              <a:srgbClr val="173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箭头: 下 43">
            <a:extLst>
              <a:ext uri="{FF2B5EF4-FFF2-40B4-BE49-F238E27FC236}">
                <a16:creationId xmlns:a16="http://schemas.microsoft.com/office/drawing/2014/main" id="{BC5FEFAC-96D9-4DE5-AC90-1C538B5E8A6B}"/>
              </a:ext>
            </a:extLst>
          </p:cNvPr>
          <p:cNvSpPr/>
          <p:nvPr/>
        </p:nvSpPr>
        <p:spPr>
          <a:xfrm>
            <a:off x="6888005" y="14643100"/>
            <a:ext cx="815337" cy="464350"/>
          </a:xfrm>
          <a:prstGeom prst="downArrow">
            <a:avLst/>
          </a:prstGeom>
          <a:noFill/>
          <a:ln w="19050">
            <a:solidFill>
              <a:srgbClr val="173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E361E085-DDA7-40A2-831F-500612FD4C55}"/>
              </a:ext>
            </a:extLst>
          </p:cNvPr>
          <p:cNvSpPr/>
          <p:nvPr/>
        </p:nvSpPr>
        <p:spPr>
          <a:xfrm>
            <a:off x="2143689" y="14615258"/>
            <a:ext cx="815337" cy="464350"/>
          </a:xfrm>
          <a:prstGeom prst="downArrow">
            <a:avLst/>
          </a:prstGeom>
          <a:noFill/>
          <a:ln w="19050">
            <a:solidFill>
              <a:srgbClr val="173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BBC036A3-434B-4854-B53F-6838EADF155F}"/>
              </a:ext>
            </a:extLst>
          </p:cNvPr>
          <p:cNvSpPr/>
          <p:nvPr/>
        </p:nvSpPr>
        <p:spPr>
          <a:xfrm>
            <a:off x="798250" y="16714586"/>
            <a:ext cx="8568410" cy="527050"/>
          </a:xfrm>
          <a:prstGeom prst="roundRect">
            <a:avLst/>
          </a:prstGeom>
          <a:noFill/>
          <a:ln w="38100">
            <a:solidFill>
              <a:srgbClr val="17344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D68547E4-0CD3-4E15-843D-F0363A8CF707}"/>
              </a:ext>
            </a:extLst>
          </p:cNvPr>
          <p:cNvSpPr/>
          <p:nvPr/>
        </p:nvSpPr>
        <p:spPr>
          <a:xfrm>
            <a:off x="2010420" y="13853885"/>
            <a:ext cx="363758" cy="263979"/>
          </a:xfrm>
          <a:prstGeom prst="roundRect">
            <a:avLst/>
          </a:prstGeom>
          <a:solidFill>
            <a:srgbClr val="B0CE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146F5203-FA98-49AF-9CD2-C319926BDA08}"/>
              </a:ext>
            </a:extLst>
          </p:cNvPr>
          <p:cNvSpPr/>
          <p:nvPr/>
        </p:nvSpPr>
        <p:spPr>
          <a:xfrm>
            <a:off x="636992" y="13853885"/>
            <a:ext cx="363758" cy="263979"/>
          </a:xfrm>
          <a:prstGeom prst="roundRect">
            <a:avLst/>
          </a:prstGeom>
          <a:solidFill>
            <a:srgbClr val="B0CE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82823796-E89D-41B5-83F1-7FBAF8EC90D2}"/>
              </a:ext>
            </a:extLst>
          </p:cNvPr>
          <p:cNvSpPr/>
          <p:nvPr/>
        </p:nvSpPr>
        <p:spPr>
          <a:xfrm>
            <a:off x="2817686" y="13853885"/>
            <a:ext cx="363758" cy="263979"/>
          </a:xfrm>
          <a:prstGeom prst="roundRect">
            <a:avLst/>
          </a:prstGeom>
          <a:solidFill>
            <a:srgbClr val="B0CE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01105028-D8D2-4E81-8FD5-7483C70693B7}"/>
              </a:ext>
            </a:extLst>
          </p:cNvPr>
          <p:cNvSpPr/>
          <p:nvPr/>
        </p:nvSpPr>
        <p:spPr>
          <a:xfrm>
            <a:off x="4185577" y="13853885"/>
            <a:ext cx="363758" cy="263979"/>
          </a:xfrm>
          <a:prstGeom prst="roundRect">
            <a:avLst/>
          </a:prstGeom>
          <a:solidFill>
            <a:srgbClr val="B0CE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2EDB6930-5A6C-4A19-BCD0-C2DB717529BE}"/>
              </a:ext>
            </a:extLst>
          </p:cNvPr>
          <p:cNvSpPr/>
          <p:nvPr/>
        </p:nvSpPr>
        <p:spPr>
          <a:xfrm>
            <a:off x="5348456" y="13862049"/>
            <a:ext cx="363758" cy="263979"/>
          </a:xfrm>
          <a:prstGeom prst="roundRect">
            <a:avLst/>
          </a:prstGeom>
          <a:solidFill>
            <a:srgbClr val="F1AA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0C54818D-BDC2-4753-B34D-40E442C3C1FD}"/>
              </a:ext>
            </a:extLst>
          </p:cNvPr>
          <p:cNvSpPr/>
          <p:nvPr/>
        </p:nvSpPr>
        <p:spPr>
          <a:xfrm>
            <a:off x="6709667" y="13853884"/>
            <a:ext cx="363758" cy="263979"/>
          </a:xfrm>
          <a:prstGeom prst="roundRect">
            <a:avLst/>
          </a:prstGeom>
          <a:solidFill>
            <a:srgbClr val="F1AA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D8399F2-DCD9-4CD6-9025-6D8243D9E616}"/>
              </a:ext>
            </a:extLst>
          </p:cNvPr>
          <p:cNvSpPr/>
          <p:nvPr/>
        </p:nvSpPr>
        <p:spPr>
          <a:xfrm>
            <a:off x="7539449" y="13845060"/>
            <a:ext cx="363758" cy="263979"/>
          </a:xfrm>
          <a:prstGeom prst="roundRect">
            <a:avLst/>
          </a:prstGeom>
          <a:solidFill>
            <a:srgbClr val="F1AA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48DB094D-EAA4-4307-A01A-541DD826101E}"/>
              </a:ext>
            </a:extLst>
          </p:cNvPr>
          <p:cNvSpPr/>
          <p:nvPr/>
        </p:nvSpPr>
        <p:spPr>
          <a:xfrm>
            <a:off x="8860736" y="13853883"/>
            <a:ext cx="363758" cy="263979"/>
          </a:xfrm>
          <a:prstGeom prst="roundRect">
            <a:avLst/>
          </a:prstGeom>
          <a:solidFill>
            <a:srgbClr val="F1AA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8C3DD50-7C76-4E3B-A758-5471D41E6006}"/>
              </a:ext>
            </a:extLst>
          </p:cNvPr>
          <p:cNvSpPr txBox="1"/>
          <p:nvPr/>
        </p:nvSpPr>
        <p:spPr>
          <a:xfrm>
            <a:off x="7904396" y="11063702"/>
            <a:ext cx="513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…</a:t>
            </a:r>
            <a:endParaRPr lang="zh-CN" altLang="en-US" sz="3600" b="1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7313172-B93C-4EAB-B6AF-1B8D014CAE30}"/>
              </a:ext>
            </a:extLst>
          </p:cNvPr>
          <p:cNvSpPr txBox="1"/>
          <p:nvPr/>
        </p:nvSpPr>
        <p:spPr>
          <a:xfrm>
            <a:off x="2259282" y="11063701"/>
            <a:ext cx="513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…</a:t>
            </a:r>
            <a:endParaRPr lang="zh-CN" altLang="en-US" sz="3600" b="1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C45F065-59FC-4F02-93B5-960CCF41D8F6}"/>
              </a:ext>
            </a:extLst>
          </p:cNvPr>
          <p:cNvSpPr txBox="1"/>
          <p:nvPr/>
        </p:nvSpPr>
        <p:spPr>
          <a:xfrm>
            <a:off x="5890289" y="13583950"/>
            <a:ext cx="453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…</a:t>
            </a:r>
            <a:endParaRPr lang="zh-CN" altLang="en-US" sz="3600" b="1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8080B00-5E6A-4ECD-BFCF-777459C33FE4}"/>
              </a:ext>
            </a:extLst>
          </p:cNvPr>
          <p:cNvSpPr txBox="1"/>
          <p:nvPr/>
        </p:nvSpPr>
        <p:spPr>
          <a:xfrm>
            <a:off x="8075754" y="13564707"/>
            <a:ext cx="453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…</a:t>
            </a:r>
            <a:endParaRPr lang="zh-CN" altLang="en-US" sz="3600" b="1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C1C8052-BEA7-4FF2-95DA-B9780A7256F2}"/>
              </a:ext>
            </a:extLst>
          </p:cNvPr>
          <p:cNvSpPr txBox="1"/>
          <p:nvPr/>
        </p:nvSpPr>
        <p:spPr>
          <a:xfrm>
            <a:off x="3386114" y="13558288"/>
            <a:ext cx="453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…</a:t>
            </a:r>
            <a:endParaRPr lang="zh-CN" altLang="en-US" sz="3600" b="1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9528A08-0499-4CA9-A84D-3E64B4DF8E1E}"/>
              </a:ext>
            </a:extLst>
          </p:cNvPr>
          <p:cNvSpPr txBox="1"/>
          <p:nvPr/>
        </p:nvSpPr>
        <p:spPr>
          <a:xfrm>
            <a:off x="1183548" y="13574425"/>
            <a:ext cx="453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…</a:t>
            </a:r>
            <a:endParaRPr lang="zh-CN" altLang="en-US" sz="3600" b="1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A80E9D8-E31A-42E3-9132-E202E4807C7B}"/>
              </a:ext>
            </a:extLst>
          </p:cNvPr>
          <p:cNvSpPr txBox="1"/>
          <p:nvPr/>
        </p:nvSpPr>
        <p:spPr>
          <a:xfrm>
            <a:off x="4660634" y="16585846"/>
            <a:ext cx="453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…</a:t>
            </a:r>
            <a:endParaRPr lang="zh-CN" altLang="en-US" sz="3600" b="1" dirty="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8912551E-C085-4F94-811A-29F2D94E5F63}"/>
              </a:ext>
            </a:extLst>
          </p:cNvPr>
          <p:cNvSpPr/>
          <p:nvPr/>
        </p:nvSpPr>
        <p:spPr>
          <a:xfrm>
            <a:off x="1077472" y="16846121"/>
            <a:ext cx="363758" cy="263979"/>
          </a:xfrm>
          <a:prstGeom prst="roundRect">
            <a:avLst/>
          </a:prstGeom>
          <a:solidFill>
            <a:srgbClr val="F1C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69737D04-75B0-4FE3-A5AC-E84F9CBE5A08}"/>
              </a:ext>
            </a:extLst>
          </p:cNvPr>
          <p:cNvSpPr/>
          <p:nvPr/>
        </p:nvSpPr>
        <p:spPr>
          <a:xfrm>
            <a:off x="2089571" y="16835726"/>
            <a:ext cx="363758" cy="263979"/>
          </a:xfrm>
          <a:prstGeom prst="roundRect">
            <a:avLst/>
          </a:prstGeom>
          <a:solidFill>
            <a:srgbClr val="F1C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F4EFEB07-7E66-46E0-8F23-C5AADD911183}"/>
              </a:ext>
            </a:extLst>
          </p:cNvPr>
          <p:cNvSpPr/>
          <p:nvPr/>
        </p:nvSpPr>
        <p:spPr>
          <a:xfrm>
            <a:off x="3040910" y="16835726"/>
            <a:ext cx="363758" cy="263979"/>
          </a:xfrm>
          <a:prstGeom prst="roundRect">
            <a:avLst/>
          </a:prstGeom>
          <a:solidFill>
            <a:srgbClr val="F1C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EACDBF7D-946D-4FB8-B09C-C18989736CED}"/>
              </a:ext>
            </a:extLst>
          </p:cNvPr>
          <p:cNvSpPr/>
          <p:nvPr/>
        </p:nvSpPr>
        <p:spPr>
          <a:xfrm>
            <a:off x="4056024" y="16835725"/>
            <a:ext cx="363758" cy="263979"/>
          </a:xfrm>
          <a:prstGeom prst="roundRect">
            <a:avLst/>
          </a:prstGeom>
          <a:solidFill>
            <a:srgbClr val="F1C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83EF187E-D87E-4257-9D63-D0625F58C1AB}"/>
              </a:ext>
            </a:extLst>
          </p:cNvPr>
          <p:cNvSpPr/>
          <p:nvPr/>
        </p:nvSpPr>
        <p:spPr>
          <a:xfrm>
            <a:off x="5882346" y="16852014"/>
            <a:ext cx="363758" cy="263979"/>
          </a:xfrm>
          <a:prstGeom prst="roundRect">
            <a:avLst/>
          </a:prstGeom>
          <a:solidFill>
            <a:srgbClr val="F1C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4A86B5B5-B3E7-4A83-B3D9-04FA1680D6C5}"/>
              </a:ext>
            </a:extLst>
          </p:cNvPr>
          <p:cNvSpPr/>
          <p:nvPr/>
        </p:nvSpPr>
        <p:spPr>
          <a:xfrm>
            <a:off x="6852052" y="16834879"/>
            <a:ext cx="363758" cy="263979"/>
          </a:xfrm>
          <a:prstGeom prst="roundRect">
            <a:avLst/>
          </a:prstGeom>
          <a:solidFill>
            <a:srgbClr val="F1C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B5AF9A01-D0DA-4F1A-BC2E-73101C4847F7}"/>
              </a:ext>
            </a:extLst>
          </p:cNvPr>
          <p:cNvSpPr/>
          <p:nvPr/>
        </p:nvSpPr>
        <p:spPr>
          <a:xfrm>
            <a:off x="7763519" y="16846121"/>
            <a:ext cx="363758" cy="263979"/>
          </a:xfrm>
          <a:prstGeom prst="roundRect">
            <a:avLst/>
          </a:prstGeom>
          <a:solidFill>
            <a:srgbClr val="F1C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EC629559-912D-44AF-9F7C-D988398A05F9}"/>
              </a:ext>
            </a:extLst>
          </p:cNvPr>
          <p:cNvSpPr/>
          <p:nvPr/>
        </p:nvSpPr>
        <p:spPr>
          <a:xfrm>
            <a:off x="8732007" y="16825379"/>
            <a:ext cx="363758" cy="263979"/>
          </a:xfrm>
          <a:prstGeom prst="roundRect">
            <a:avLst/>
          </a:prstGeom>
          <a:solidFill>
            <a:srgbClr val="F1C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箭头: 右 70">
            <a:extLst>
              <a:ext uri="{FF2B5EF4-FFF2-40B4-BE49-F238E27FC236}">
                <a16:creationId xmlns:a16="http://schemas.microsoft.com/office/drawing/2014/main" id="{ED774EC6-DBA9-467D-9055-308EC609367E}"/>
              </a:ext>
            </a:extLst>
          </p:cNvPr>
          <p:cNvSpPr/>
          <p:nvPr/>
        </p:nvSpPr>
        <p:spPr>
          <a:xfrm>
            <a:off x="5948144" y="10698237"/>
            <a:ext cx="2469534" cy="102870"/>
          </a:xfrm>
          <a:prstGeom prst="rightArrow">
            <a:avLst>
              <a:gd name="adj1" fmla="val 50000"/>
              <a:gd name="adj2" fmla="val 332408"/>
            </a:avLst>
          </a:prstGeom>
          <a:solidFill>
            <a:srgbClr val="40A5D3"/>
          </a:solidFill>
          <a:ln>
            <a:solidFill>
              <a:srgbClr val="173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C06417EB-35BE-4D99-B719-2F25EE6DE65C}"/>
              </a:ext>
            </a:extLst>
          </p:cNvPr>
          <p:cNvGrpSpPr/>
          <p:nvPr/>
        </p:nvGrpSpPr>
        <p:grpSpPr>
          <a:xfrm>
            <a:off x="10899512" y="9880857"/>
            <a:ext cx="767368" cy="2185988"/>
            <a:chOff x="11235052" y="6943982"/>
            <a:chExt cx="767368" cy="2185988"/>
          </a:xfrm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57D63D22-92B1-48AF-835C-B0723D87135B}"/>
                </a:ext>
              </a:extLst>
            </p:cNvPr>
            <p:cNvGrpSpPr/>
            <p:nvPr/>
          </p:nvGrpSpPr>
          <p:grpSpPr>
            <a:xfrm>
              <a:off x="11235052" y="6943982"/>
              <a:ext cx="767368" cy="2185988"/>
              <a:chOff x="10567988" y="7016550"/>
              <a:chExt cx="767368" cy="2185988"/>
            </a:xfrm>
          </p:grpSpPr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B22BCE42-D335-465A-94B2-A96E10A28E51}"/>
                  </a:ext>
                </a:extLst>
              </p:cNvPr>
              <p:cNvSpPr/>
              <p:nvPr/>
            </p:nvSpPr>
            <p:spPr>
              <a:xfrm>
                <a:off x="10567988" y="7016550"/>
                <a:ext cx="767368" cy="2185988"/>
              </a:xfrm>
              <a:prstGeom prst="rect">
                <a:avLst/>
              </a:prstGeom>
              <a:solidFill>
                <a:srgbClr val="578CC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1B80E4E9-FB86-4EEA-B677-51A3603E5FF2}"/>
                  </a:ext>
                </a:extLst>
              </p:cNvPr>
              <p:cNvCxnSpPr>
                <a:cxnSpLocks/>
                <a:stCxn id="72" idx="0"/>
              </p:cNvCxnSpPr>
              <p:nvPr/>
            </p:nvCxnSpPr>
            <p:spPr>
              <a:xfrm>
                <a:off x="10951672" y="7016550"/>
                <a:ext cx="0" cy="2185988"/>
              </a:xfrm>
              <a:prstGeom prst="line">
                <a:avLst/>
              </a:prstGeom>
              <a:ln w="19050">
                <a:solidFill>
                  <a:srgbClr val="2F528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8851735D-77ED-4C7F-A7EF-ACBE8A05C40B}"/>
                </a:ext>
              </a:extLst>
            </p:cNvPr>
            <p:cNvCxnSpPr/>
            <p:nvPr/>
          </p:nvCxnSpPr>
          <p:spPr>
            <a:xfrm>
              <a:off x="11235052" y="7308850"/>
              <a:ext cx="755597" cy="0"/>
            </a:xfrm>
            <a:prstGeom prst="line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E51591A3-5E8D-4715-8BEA-2AE6CC21CDA2}"/>
                </a:ext>
              </a:extLst>
            </p:cNvPr>
            <p:cNvCxnSpPr/>
            <p:nvPr/>
          </p:nvCxnSpPr>
          <p:spPr>
            <a:xfrm>
              <a:off x="11241401" y="7677150"/>
              <a:ext cx="755597" cy="0"/>
            </a:xfrm>
            <a:prstGeom prst="line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212BC6FF-3B50-4EC0-B16B-0ED34D12F77A}"/>
                </a:ext>
              </a:extLst>
            </p:cNvPr>
            <p:cNvCxnSpPr/>
            <p:nvPr/>
          </p:nvCxnSpPr>
          <p:spPr>
            <a:xfrm>
              <a:off x="11243648" y="8036976"/>
              <a:ext cx="755597" cy="0"/>
            </a:xfrm>
            <a:prstGeom prst="line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C692A70A-E526-4651-9906-9170DD692DC8}"/>
                </a:ext>
              </a:extLst>
            </p:cNvPr>
            <p:cNvCxnSpPr/>
            <p:nvPr/>
          </p:nvCxnSpPr>
          <p:spPr>
            <a:xfrm>
              <a:off x="11238227" y="8401050"/>
              <a:ext cx="755597" cy="0"/>
            </a:xfrm>
            <a:prstGeom prst="line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61A16186-C38D-4BE0-9B60-2E9825D1372F}"/>
                </a:ext>
              </a:extLst>
            </p:cNvPr>
            <p:cNvCxnSpPr/>
            <p:nvPr/>
          </p:nvCxnSpPr>
          <p:spPr>
            <a:xfrm>
              <a:off x="11238226" y="8766807"/>
              <a:ext cx="755597" cy="0"/>
            </a:xfrm>
            <a:prstGeom prst="line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CC2992D8-5809-45AF-B021-283996B2DF7C}"/>
              </a:ext>
            </a:extLst>
          </p:cNvPr>
          <p:cNvGrpSpPr/>
          <p:nvPr/>
        </p:nvGrpSpPr>
        <p:grpSpPr>
          <a:xfrm rot="16200000">
            <a:off x="14076736" y="11159462"/>
            <a:ext cx="623630" cy="2302898"/>
            <a:chOff x="11235052" y="6943982"/>
            <a:chExt cx="767368" cy="2185988"/>
          </a:xfrm>
          <a:solidFill>
            <a:srgbClr val="C1E4F5"/>
          </a:solidFill>
        </p:grpSpPr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121063DF-719A-4499-9A47-74F6A302F953}"/>
                </a:ext>
              </a:extLst>
            </p:cNvPr>
            <p:cNvGrpSpPr/>
            <p:nvPr/>
          </p:nvGrpSpPr>
          <p:grpSpPr>
            <a:xfrm>
              <a:off x="11235052" y="6943982"/>
              <a:ext cx="767368" cy="2185988"/>
              <a:chOff x="10567988" y="7016550"/>
              <a:chExt cx="767368" cy="2185988"/>
            </a:xfrm>
            <a:grpFill/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CD287694-DE54-45A1-8C66-451EDCF5F4C9}"/>
                  </a:ext>
                </a:extLst>
              </p:cNvPr>
              <p:cNvSpPr/>
              <p:nvPr/>
            </p:nvSpPr>
            <p:spPr>
              <a:xfrm>
                <a:off x="10567988" y="7016550"/>
                <a:ext cx="767368" cy="2185988"/>
              </a:xfrm>
              <a:prstGeom prst="rect">
                <a:avLst/>
              </a:prstGeom>
              <a:grpFill/>
              <a:ln>
                <a:solidFill>
                  <a:srgbClr val="94AEB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972BAD49-F69E-4A2C-8E67-5BEAE481EDF1}"/>
                  </a:ext>
                </a:extLst>
              </p:cNvPr>
              <p:cNvCxnSpPr>
                <a:cxnSpLocks/>
                <a:stCxn id="91" idx="0"/>
              </p:cNvCxnSpPr>
              <p:nvPr/>
            </p:nvCxnSpPr>
            <p:spPr>
              <a:xfrm>
                <a:off x="10951672" y="7016550"/>
                <a:ext cx="0" cy="2185988"/>
              </a:xfrm>
              <a:prstGeom prst="line">
                <a:avLst/>
              </a:prstGeom>
              <a:grpFill/>
              <a:ln w="19050">
                <a:solidFill>
                  <a:srgbClr val="94AEB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01DB299A-E2C8-4C30-85F7-D9BE11C792F9}"/>
                </a:ext>
              </a:extLst>
            </p:cNvPr>
            <p:cNvCxnSpPr/>
            <p:nvPr/>
          </p:nvCxnSpPr>
          <p:spPr>
            <a:xfrm>
              <a:off x="11235052" y="7308850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140C9AD7-0B32-497F-A698-72B4C025B2CA}"/>
                </a:ext>
              </a:extLst>
            </p:cNvPr>
            <p:cNvCxnSpPr/>
            <p:nvPr/>
          </p:nvCxnSpPr>
          <p:spPr>
            <a:xfrm>
              <a:off x="11241401" y="7677150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787C25A3-8FA4-4FA0-858C-13030268BB90}"/>
                </a:ext>
              </a:extLst>
            </p:cNvPr>
            <p:cNvCxnSpPr/>
            <p:nvPr/>
          </p:nvCxnSpPr>
          <p:spPr>
            <a:xfrm>
              <a:off x="11243648" y="8036976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19261E44-193F-411B-9516-F66F30C438A1}"/>
                </a:ext>
              </a:extLst>
            </p:cNvPr>
            <p:cNvCxnSpPr/>
            <p:nvPr/>
          </p:nvCxnSpPr>
          <p:spPr>
            <a:xfrm>
              <a:off x="11238227" y="8401050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F2EC9049-C85A-4218-85F5-1C1A8FE6B45A}"/>
                </a:ext>
              </a:extLst>
            </p:cNvPr>
            <p:cNvCxnSpPr/>
            <p:nvPr/>
          </p:nvCxnSpPr>
          <p:spPr>
            <a:xfrm>
              <a:off x="11238226" y="8766807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4BD990AD-6888-4C8A-B7DC-AC79DBF6A2DA}"/>
              </a:ext>
            </a:extLst>
          </p:cNvPr>
          <p:cNvGrpSpPr/>
          <p:nvPr/>
        </p:nvGrpSpPr>
        <p:grpSpPr>
          <a:xfrm rot="16200000">
            <a:off x="14114980" y="13088745"/>
            <a:ext cx="623630" cy="2302898"/>
            <a:chOff x="11235052" y="6943982"/>
            <a:chExt cx="767368" cy="2185988"/>
          </a:xfrm>
          <a:solidFill>
            <a:srgbClr val="C1E4F5"/>
          </a:solidFill>
        </p:grpSpPr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55CCB3D1-BAF4-43B4-9F79-D0341967ED91}"/>
                </a:ext>
              </a:extLst>
            </p:cNvPr>
            <p:cNvGrpSpPr/>
            <p:nvPr/>
          </p:nvGrpSpPr>
          <p:grpSpPr>
            <a:xfrm>
              <a:off x="11235052" y="6943982"/>
              <a:ext cx="767368" cy="2185988"/>
              <a:chOff x="10567988" y="7016550"/>
              <a:chExt cx="767368" cy="2185988"/>
            </a:xfrm>
            <a:grpFill/>
          </p:grpSpPr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37A9C6CD-F7E7-48E4-A045-C377146C552C}"/>
                  </a:ext>
                </a:extLst>
              </p:cNvPr>
              <p:cNvSpPr/>
              <p:nvPr/>
            </p:nvSpPr>
            <p:spPr>
              <a:xfrm>
                <a:off x="10567988" y="7016550"/>
                <a:ext cx="767368" cy="2185988"/>
              </a:xfrm>
              <a:prstGeom prst="rect">
                <a:avLst/>
              </a:prstGeom>
              <a:grpFill/>
              <a:ln>
                <a:solidFill>
                  <a:srgbClr val="94AEB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D22C96B4-54DD-4D87-989D-5A7AC6B1191E}"/>
                  </a:ext>
                </a:extLst>
              </p:cNvPr>
              <p:cNvCxnSpPr>
                <a:cxnSpLocks/>
                <a:stCxn id="100" idx="0"/>
              </p:cNvCxnSpPr>
              <p:nvPr/>
            </p:nvCxnSpPr>
            <p:spPr>
              <a:xfrm>
                <a:off x="10951672" y="7016550"/>
                <a:ext cx="0" cy="2185988"/>
              </a:xfrm>
              <a:prstGeom prst="line">
                <a:avLst/>
              </a:prstGeom>
              <a:grpFill/>
              <a:ln w="19050">
                <a:solidFill>
                  <a:srgbClr val="94AEB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BB43770F-9EC1-44EE-A24A-3B69B6F6503B}"/>
                </a:ext>
              </a:extLst>
            </p:cNvPr>
            <p:cNvCxnSpPr/>
            <p:nvPr/>
          </p:nvCxnSpPr>
          <p:spPr>
            <a:xfrm>
              <a:off x="11235052" y="7308850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955BA047-C1E5-4937-932D-BD1132F7B90C}"/>
                </a:ext>
              </a:extLst>
            </p:cNvPr>
            <p:cNvCxnSpPr/>
            <p:nvPr/>
          </p:nvCxnSpPr>
          <p:spPr>
            <a:xfrm>
              <a:off x="11241401" y="7677150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DAC9A00F-AABA-4036-AB6E-DBC6B02F888E}"/>
                </a:ext>
              </a:extLst>
            </p:cNvPr>
            <p:cNvCxnSpPr/>
            <p:nvPr/>
          </p:nvCxnSpPr>
          <p:spPr>
            <a:xfrm>
              <a:off x="11243648" y="8036976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65F8E453-855D-440E-878E-649E960AC2BE}"/>
                </a:ext>
              </a:extLst>
            </p:cNvPr>
            <p:cNvCxnSpPr/>
            <p:nvPr/>
          </p:nvCxnSpPr>
          <p:spPr>
            <a:xfrm>
              <a:off x="11238227" y="8401050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4F131960-6686-46F6-AB41-A8597243FBD5}"/>
                </a:ext>
              </a:extLst>
            </p:cNvPr>
            <p:cNvCxnSpPr/>
            <p:nvPr/>
          </p:nvCxnSpPr>
          <p:spPr>
            <a:xfrm>
              <a:off x="11238226" y="8766807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A04DFAB6-10B3-4C23-B8F0-FE9307CB703D}"/>
              </a:ext>
            </a:extLst>
          </p:cNvPr>
          <p:cNvGrpSpPr/>
          <p:nvPr/>
        </p:nvGrpSpPr>
        <p:grpSpPr>
          <a:xfrm rot="16200000">
            <a:off x="14114980" y="14223413"/>
            <a:ext cx="623630" cy="2302898"/>
            <a:chOff x="11235052" y="6943982"/>
            <a:chExt cx="767368" cy="2185988"/>
          </a:xfrm>
          <a:solidFill>
            <a:srgbClr val="C1E4F5"/>
          </a:solidFill>
        </p:grpSpPr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00419D1A-435A-4071-A943-FCD7E3ED1629}"/>
                </a:ext>
              </a:extLst>
            </p:cNvPr>
            <p:cNvGrpSpPr/>
            <p:nvPr/>
          </p:nvGrpSpPr>
          <p:grpSpPr>
            <a:xfrm>
              <a:off x="11235052" y="6943982"/>
              <a:ext cx="767368" cy="2185988"/>
              <a:chOff x="10567988" y="7016550"/>
              <a:chExt cx="767368" cy="2185988"/>
            </a:xfrm>
            <a:grpFill/>
          </p:grpSpPr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E7780D17-F265-4CAF-9137-98B3FDED83D9}"/>
                  </a:ext>
                </a:extLst>
              </p:cNvPr>
              <p:cNvSpPr/>
              <p:nvPr/>
            </p:nvSpPr>
            <p:spPr>
              <a:xfrm>
                <a:off x="10567988" y="7016550"/>
                <a:ext cx="767368" cy="2185988"/>
              </a:xfrm>
              <a:prstGeom prst="rect">
                <a:avLst/>
              </a:prstGeom>
              <a:grpFill/>
              <a:ln>
                <a:solidFill>
                  <a:srgbClr val="94AEB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9E6B3BC6-8346-42F1-B728-908CD69F92C1}"/>
                  </a:ext>
                </a:extLst>
              </p:cNvPr>
              <p:cNvCxnSpPr>
                <a:cxnSpLocks/>
                <a:stCxn id="109" idx="0"/>
              </p:cNvCxnSpPr>
              <p:nvPr/>
            </p:nvCxnSpPr>
            <p:spPr>
              <a:xfrm>
                <a:off x="10951672" y="7016550"/>
                <a:ext cx="0" cy="2185988"/>
              </a:xfrm>
              <a:prstGeom prst="line">
                <a:avLst/>
              </a:prstGeom>
              <a:grpFill/>
              <a:ln w="19050">
                <a:solidFill>
                  <a:srgbClr val="94AEB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DFB41E72-3F98-450F-AD95-50FBCB2663BB}"/>
                </a:ext>
              </a:extLst>
            </p:cNvPr>
            <p:cNvCxnSpPr/>
            <p:nvPr/>
          </p:nvCxnSpPr>
          <p:spPr>
            <a:xfrm>
              <a:off x="11235052" y="7308850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92B810CE-FBFF-4A91-B666-4F545269BC78}"/>
                </a:ext>
              </a:extLst>
            </p:cNvPr>
            <p:cNvCxnSpPr/>
            <p:nvPr/>
          </p:nvCxnSpPr>
          <p:spPr>
            <a:xfrm>
              <a:off x="11241401" y="7677150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0E6F25F0-B8AC-4913-989F-CA4D67FD7934}"/>
                </a:ext>
              </a:extLst>
            </p:cNvPr>
            <p:cNvCxnSpPr/>
            <p:nvPr/>
          </p:nvCxnSpPr>
          <p:spPr>
            <a:xfrm>
              <a:off x="11243648" y="8036976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88F02378-F7C7-475D-B300-07F45F2ADCA5}"/>
                </a:ext>
              </a:extLst>
            </p:cNvPr>
            <p:cNvCxnSpPr/>
            <p:nvPr/>
          </p:nvCxnSpPr>
          <p:spPr>
            <a:xfrm>
              <a:off x="11238227" y="8401050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EB8F44B6-4076-4942-B943-C2C813E23E05}"/>
                </a:ext>
              </a:extLst>
            </p:cNvPr>
            <p:cNvCxnSpPr/>
            <p:nvPr/>
          </p:nvCxnSpPr>
          <p:spPr>
            <a:xfrm>
              <a:off x="11238226" y="8766807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2E35C67E-DF26-455D-BDAC-9EAFF8F6BC2F}"/>
              </a:ext>
            </a:extLst>
          </p:cNvPr>
          <p:cNvGrpSpPr/>
          <p:nvPr/>
        </p:nvGrpSpPr>
        <p:grpSpPr>
          <a:xfrm rot="16200000">
            <a:off x="14095301" y="15332680"/>
            <a:ext cx="623630" cy="2302898"/>
            <a:chOff x="11235052" y="6943982"/>
            <a:chExt cx="767368" cy="2185988"/>
          </a:xfrm>
          <a:solidFill>
            <a:srgbClr val="C1E4F5"/>
          </a:solidFill>
        </p:grpSpPr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67125575-2759-40D8-9EE6-514E4E052719}"/>
                </a:ext>
              </a:extLst>
            </p:cNvPr>
            <p:cNvGrpSpPr/>
            <p:nvPr/>
          </p:nvGrpSpPr>
          <p:grpSpPr>
            <a:xfrm>
              <a:off x="11235052" y="6943982"/>
              <a:ext cx="767368" cy="2185988"/>
              <a:chOff x="10567988" y="7016550"/>
              <a:chExt cx="767368" cy="2185988"/>
            </a:xfrm>
            <a:grpFill/>
          </p:grpSpPr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231373F5-B1F5-4534-A118-1A705B09BF78}"/>
                  </a:ext>
                </a:extLst>
              </p:cNvPr>
              <p:cNvSpPr/>
              <p:nvPr/>
            </p:nvSpPr>
            <p:spPr>
              <a:xfrm>
                <a:off x="10567988" y="7016550"/>
                <a:ext cx="767368" cy="2185988"/>
              </a:xfrm>
              <a:prstGeom prst="rect">
                <a:avLst/>
              </a:prstGeom>
              <a:grpFill/>
              <a:ln>
                <a:solidFill>
                  <a:srgbClr val="94AEB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9" name="直接连接符 118">
                <a:extLst>
                  <a:ext uri="{FF2B5EF4-FFF2-40B4-BE49-F238E27FC236}">
                    <a16:creationId xmlns:a16="http://schemas.microsoft.com/office/drawing/2014/main" id="{E934BA49-7697-4AB3-9262-AF5E5709B820}"/>
                  </a:ext>
                </a:extLst>
              </p:cNvPr>
              <p:cNvCxnSpPr>
                <a:cxnSpLocks/>
                <a:stCxn id="118" idx="0"/>
              </p:cNvCxnSpPr>
              <p:nvPr/>
            </p:nvCxnSpPr>
            <p:spPr>
              <a:xfrm>
                <a:off x="10951672" y="7016550"/>
                <a:ext cx="0" cy="2185988"/>
              </a:xfrm>
              <a:prstGeom prst="line">
                <a:avLst/>
              </a:prstGeom>
              <a:grpFill/>
              <a:ln w="19050">
                <a:solidFill>
                  <a:srgbClr val="94AEB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0B6DA1E8-24D6-4EC4-866B-DB9F537D9097}"/>
                </a:ext>
              </a:extLst>
            </p:cNvPr>
            <p:cNvCxnSpPr/>
            <p:nvPr/>
          </p:nvCxnSpPr>
          <p:spPr>
            <a:xfrm>
              <a:off x="11235052" y="7308850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A2FC9339-1AA4-4646-A088-2C48C8185CC9}"/>
                </a:ext>
              </a:extLst>
            </p:cNvPr>
            <p:cNvCxnSpPr/>
            <p:nvPr/>
          </p:nvCxnSpPr>
          <p:spPr>
            <a:xfrm>
              <a:off x="11241401" y="7677150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E222AD0B-9B64-4328-8133-42D8FA694081}"/>
                </a:ext>
              </a:extLst>
            </p:cNvPr>
            <p:cNvCxnSpPr/>
            <p:nvPr/>
          </p:nvCxnSpPr>
          <p:spPr>
            <a:xfrm>
              <a:off x="11243648" y="8036976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F1AC7804-59A9-4383-B32B-95983F618D68}"/>
                </a:ext>
              </a:extLst>
            </p:cNvPr>
            <p:cNvCxnSpPr/>
            <p:nvPr/>
          </p:nvCxnSpPr>
          <p:spPr>
            <a:xfrm>
              <a:off x="11238227" y="8401050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F6DDEE46-0E12-4A8A-B9B6-538745DF9188}"/>
                </a:ext>
              </a:extLst>
            </p:cNvPr>
            <p:cNvCxnSpPr/>
            <p:nvPr/>
          </p:nvCxnSpPr>
          <p:spPr>
            <a:xfrm>
              <a:off x="11238226" y="8766807"/>
              <a:ext cx="755597" cy="0"/>
            </a:xfrm>
            <a:prstGeom prst="line">
              <a:avLst/>
            </a:prstGeom>
            <a:grpFill/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649B8A37-8EB7-40B1-9E53-23A38F2A1C54}"/>
              </a:ext>
            </a:extLst>
          </p:cNvPr>
          <p:cNvGrpSpPr/>
          <p:nvPr/>
        </p:nvGrpSpPr>
        <p:grpSpPr>
          <a:xfrm>
            <a:off x="10952369" y="14286650"/>
            <a:ext cx="767368" cy="2185988"/>
            <a:chOff x="11235052" y="6943982"/>
            <a:chExt cx="767368" cy="2185988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0C7CC462-9D49-49D2-BE02-F020F3246312}"/>
                </a:ext>
              </a:extLst>
            </p:cNvPr>
            <p:cNvGrpSpPr/>
            <p:nvPr/>
          </p:nvGrpSpPr>
          <p:grpSpPr>
            <a:xfrm>
              <a:off x="11235052" y="6943982"/>
              <a:ext cx="767368" cy="2185988"/>
              <a:chOff x="10567988" y="7016550"/>
              <a:chExt cx="767368" cy="2185988"/>
            </a:xfrm>
          </p:grpSpPr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FE225FDC-33E1-40B5-A500-B5DD56F0ACEC}"/>
                  </a:ext>
                </a:extLst>
              </p:cNvPr>
              <p:cNvSpPr/>
              <p:nvPr/>
            </p:nvSpPr>
            <p:spPr>
              <a:xfrm>
                <a:off x="10567988" y="7016550"/>
                <a:ext cx="767368" cy="2185988"/>
              </a:xfrm>
              <a:prstGeom prst="rect">
                <a:avLst/>
              </a:prstGeom>
              <a:solidFill>
                <a:srgbClr val="578CC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8" name="直接连接符 127">
                <a:extLst>
                  <a:ext uri="{FF2B5EF4-FFF2-40B4-BE49-F238E27FC236}">
                    <a16:creationId xmlns:a16="http://schemas.microsoft.com/office/drawing/2014/main" id="{27C96312-58E0-4C4E-BFDD-C3E1C999FE2E}"/>
                  </a:ext>
                </a:extLst>
              </p:cNvPr>
              <p:cNvCxnSpPr>
                <a:cxnSpLocks/>
                <a:stCxn id="127" idx="0"/>
              </p:cNvCxnSpPr>
              <p:nvPr/>
            </p:nvCxnSpPr>
            <p:spPr>
              <a:xfrm>
                <a:off x="10951672" y="7016550"/>
                <a:ext cx="0" cy="2185988"/>
              </a:xfrm>
              <a:prstGeom prst="line">
                <a:avLst/>
              </a:prstGeom>
              <a:ln w="19050">
                <a:solidFill>
                  <a:srgbClr val="2F528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5D37A6F7-4F65-4814-B1AC-DD9219363923}"/>
                </a:ext>
              </a:extLst>
            </p:cNvPr>
            <p:cNvCxnSpPr/>
            <p:nvPr/>
          </p:nvCxnSpPr>
          <p:spPr>
            <a:xfrm>
              <a:off x="11235052" y="7308850"/>
              <a:ext cx="755597" cy="0"/>
            </a:xfrm>
            <a:prstGeom prst="line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74A4BC7C-9453-4E0E-A7F7-3A1878E7A87D}"/>
                </a:ext>
              </a:extLst>
            </p:cNvPr>
            <p:cNvCxnSpPr/>
            <p:nvPr/>
          </p:nvCxnSpPr>
          <p:spPr>
            <a:xfrm>
              <a:off x="11241401" y="7677150"/>
              <a:ext cx="755597" cy="0"/>
            </a:xfrm>
            <a:prstGeom prst="line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C972D2F4-1C3D-435B-AF1D-9E4B399F1697}"/>
                </a:ext>
              </a:extLst>
            </p:cNvPr>
            <p:cNvCxnSpPr/>
            <p:nvPr/>
          </p:nvCxnSpPr>
          <p:spPr>
            <a:xfrm>
              <a:off x="11243648" y="8036976"/>
              <a:ext cx="755597" cy="0"/>
            </a:xfrm>
            <a:prstGeom prst="line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23F1EF67-A6FC-435C-A796-C62D72D9A8A9}"/>
                </a:ext>
              </a:extLst>
            </p:cNvPr>
            <p:cNvCxnSpPr/>
            <p:nvPr/>
          </p:nvCxnSpPr>
          <p:spPr>
            <a:xfrm>
              <a:off x="11238227" y="8401050"/>
              <a:ext cx="755597" cy="0"/>
            </a:xfrm>
            <a:prstGeom prst="line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E6F118F4-CE31-4F7F-B177-008EF1D16F87}"/>
                </a:ext>
              </a:extLst>
            </p:cNvPr>
            <p:cNvCxnSpPr/>
            <p:nvPr/>
          </p:nvCxnSpPr>
          <p:spPr>
            <a:xfrm>
              <a:off x="11238226" y="8766807"/>
              <a:ext cx="755597" cy="0"/>
            </a:xfrm>
            <a:prstGeom prst="line">
              <a:avLst/>
            </a:prstGeom>
            <a:ln w="1905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BC7D6987-184D-4C93-9F4C-9CDE0B45E040}"/>
              </a:ext>
            </a:extLst>
          </p:cNvPr>
          <p:cNvGrpSpPr/>
          <p:nvPr/>
        </p:nvGrpSpPr>
        <p:grpSpPr>
          <a:xfrm>
            <a:off x="13163616" y="9155122"/>
            <a:ext cx="845865" cy="1079142"/>
            <a:chOff x="12834176" y="6453461"/>
            <a:chExt cx="845865" cy="1079142"/>
          </a:xfrm>
        </p:grpSpPr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D23C75C9-1AAF-4441-B1B5-00CD69801D73}"/>
                </a:ext>
              </a:extLst>
            </p:cNvPr>
            <p:cNvGrpSpPr/>
            <p:nvPr/>
          </p:nvGrpSpPr>
          <p:grpSpPr>
            <a:xfrm>
              <a:off x="12834176" y="6458823"/>
              <a:ext cx="845865" cy="1073780"/>
              <a:chOff x="13081690" y="6220061"/>
              <a:chExt cx="845865" cy="1073780"/>
            </a:xfrm>
          </p:grpSpPr>
          <p:grpSp>
            <p:nvGrpSpPr>
              <p:cNvPr id="130" name="组合 129">
                <a:extLst>
                  <a:ext uri="{FF2B5EF4-FFF2-40B4-BE49-F238E27FC236}">
                    <a16:creationId xmlns:a16="http://schemas.microsoft.com/office/drawing/2014/main" id="{382B194B-884D-4C7F-9210-4290B9D55869}"/>
                  </a:ext>
                </a:extLst>
              </p:cNvPr>
              <p:cNvGrpSpPr/>
              <p:nvPr/>
            </p:nvGrpSpPr>
            <p:grpSpPr>
              <a:xfrm rot="16200000">
                <a:off x="12967733" y="6334018"/>
                <a:ext cx="1073780" cy="845865"/>
                <a:chOff x="10446132" y="12112862"/>
                <a:chExt cx="767368" cy="2185989"/>
              </a:xfrm>
              <a:solidFill>
                <a:srgbClr val="C1E4F5"/>
              </a:solidFill>
            </p:grpSpPr>
            <p:sp>
              <p:nvSpPr>
                <p:cNvPr id="136" name="矩形 135">
                  <a:extLst>
                    <a:ext uri="{FF2B5EF4-FFF2-40B4-BE49-F238E27FC236}">
                      <a16:creationId xmlns:a16="http://schemas.microsoft.com/office/drawing/2014/main" id="{919D08DB-C8D8-42A8-9A89-17D7AD1D36FB}"/>
                    </a:ext>
                  </a:extLst>
                </p:cNvPr>
                <p:cNvSpPr/>
                <p:nvPr/>
              </p:nvSpPr>
              <p:spPr>
                <a:xfrm>
                  <a:off x="10446132" y="12112863"/>
                  <a:ext cx="767368" cy="2185988"/>
                </a:xfrm>
                <a:prstGeom prst="rect">
                  <a:avLst/>
                </a:prstGeom>
                <a:grpFill/>
                <a:ln>
                  <a:solidFill>
                    <a:srgbClr val="94AE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37" name="直接连接符 136">
                  <a:extLst>
                    <a:ext uri="{FF2B5EF4-FFF2-40B4-BE49-F238E27FC236}">
                      <a16:creationId xmlns:a16="http://schemas.microsoft.com/office/drawing/2014/main" id="{0FC7928A-0414-4734-AB37-840626F612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57337" y="12112862"/>
                  <a:ext cx="0" cy="2185989"/>
                </a:xfrm>
                <a:prstGeom prst="line">
                  <a:avLst/>
                </a:prstGeom>
                <a:grpFill/>
                <a:ln w="19050">
                  <a:solidFill>
                    <a:srgbClr val="94AEB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5C0D2A2C-2942-4511-AB52-527A08ED548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3504623" y="6511524"/>
                <a:ext cx="0" cy="845865"/>
              </a:xfrm>
              <a:prstGeom prst="line">
                <a:avLst/>
              </a:prstGeom>
              <a:solidFill>
                <a:srgbClr val="C1E4F5"/>
              </a:solidFill>
              <a:ln w="19050">
                <a:solidFill>
                  <a:srgbClr val="94AEB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131BE609-D67A-440B-B04B-03BD859021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87580" y="6453461"/>
              <a:ext cx="0" cy="1079142"/>
            </a:xfrm>
            <a:prstGeom prst="line">
              <a:avLst/>
            </a:prstGeom>
            <a:solidFill>
              <a:srgbClr val="C1E4F5"/>
            </a:solidFill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77337000-9C73-4906-B805-E6D823B0E79D}"/>
              </a:ext>
            </a:extLst>
          </p:cNvPr>
          <p:cNvGrpSpPr/>
          <p:nvPr/>
        </p:nvGrpSpPr>
        <p:grpSpPr>
          <a:xfrm>
            <a:off x="15157416" y="9953894"/>
            <a:ext cx="767368" cy="1079142"/>
            <a:chOff x="12834176" y="6453461"/>
            <a:chExt cx="845865" cy="1079142"/>
          </a:xfrm>
        </p:grpSpPr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FEA8C3FC-FFEF-44DF-8A56-696BBD14E1E2}"/>
                </a:ext>
              </a:extLst>
            </p:cNvPr>
            <p:cNvGrpSpPr/>
            <p:nvPr/>
          </p:nvGrpSpPr>
          <p:grpSpPr>
            <a:xfrm>
              <a:off x="12834176" y="6458823"/>
              <a:ext cx="845865" cy="1073780"/>
              <a:chOff x="13081690" y="6220061"/>
              <a:chExt cx="845865" cy="1073780"/>
            </a:xfrm>
          </p:grpSpPr>
          <p:grpSp>
            <p:nvGrpSpPr>
              <p:cNvPr id="146" name="组合 145">
                <a:extLst>
                  <a:ext uri="{FF2B5EF4-FFF2-40B4-BE49-F238E27FC236}">
                    <a16:creationId xmlns:a16="http://schemas.microsoft.com/office/drawing/2014/main" id="{EC2FBF3B-A4D0-46B6-AAA2-2947DD0A62C1}"/>
                  </a:ext>
                </a:extLst>
              </p:cNvPr>
              <p:cNvGrpSpPr/>
              <p:nvPr/>
            </p:nvGrpSpPr>
            <p:grpSpPr>
              <a:xfrm rot="16200000">
                <a:off x="12967733" y="6334018"/>
                <a:ext cx="1073780" cy="845865"/>
                <a:chOff x="10446132" y="12112862"/>
                <a:chExt cx="767368" cy="2185989"/>
              </a:xfrm>
              <a:solidFill>
                <a:srgbClr val="C1E4F5"/>
              </a:solidFill>
            </p:grpSpPr>
            <p:sp>
              <p:nvSpPr>
                <p:cNvPr id="148" name="矩形 147">
                  <a:extLst>
                    <a:ext uri="{FF2B5EF4-FFF2-40B4-BE49-F238E27FC236}">
                      <a16:creationId xmlns:a16="http://schemas.microsoft.com/office/drawing/2014/main" id="{3B45A7A4-56B0-4E2E-919A-29DD87163992}"/>
                    </a:ext>
                  </a:extLst>
                </p:cNvPr>
                <p:cNvSpPr/>
                <p:nvPr/>
              </p:nvSpPr>
              <p:spPr>
                <a:xfrm>
                  <a:off x="10446132" y="12112863"/>
                  <a:ext cx="767368" cy="2185988"/>
                </a:xfrm>
                <a:prstGeom prst="rect">
                  <a:avLst/>
                </a:prstGeom>
                <a:grpFill/>
                <a:ln>
                  <a:solidFill>
                    <a:srgbClr val="94AE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49" name="直接连接符 148">
                  <a:extLst>
                    <a:ext uri="{FF2B5EF4-FFF2-40B4-BE49-F238E27FC236}">
                      <a16:creationId xmlns:a16="http://schemas.microsoft.com/office/drawing/2014/main" id="{DF181AC2-551C-4FA0-80B7-3F1BB3CF4E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57337" y="12112862"/>
                  <a:ext cx="0" cy="2185989"/>
                </a:xfrm>
                <a:prstGeom prst="line">
                  <a:avLst/>
                </a:prstGeom>
                <a:grpFill/>
                <a:ln w="19050">
                  <a:solidFill>
                    <a:srgbClr val="94AEB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7" name="直接连接符 146">
                <a:extLst>
                  <a:ext uri="{FF2B5EF4-FFF2-40B4-BE49-F238E27FC236}">
                    <a16:creationId xmlns:a16="http://schemas.microsoft.com/office/drawing/2014/main" id="{A656B476-4979-4EEA-ADAC-2269C0C13AC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3504623" y="6511524"/>
                <a:ext cx="0" cy="845865"/>
              </a:xfrm>
              <a:prstGeom prst="line">
                <a:avLst/>
              </a:prstGeom>
              <a:solidFill>
                <a:srgbClr val="C1E4F5"/>
              </a:solidFill>
              <a:ln w="19050">
                <a:solidFill>
                  <a:srgbClr val="94AEB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3168D7CD-B383-4CE2-8F6B-39454D5A90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87580" y="6453461"/>
              <a:ext cx="0" cy="1079142"/>
            </a:xfrm>
            <a:prstGeom prst="line">
              <a:avLst/>
            </a:prstGeom>
            <a:solidFill>
              <a:srgbClr val="C1E4F5"/>
            </a:solidFill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790B673A-4639-4D0E-BA99-219FEBE5F2D4}"/>
              </a:ext>
            </a:extLst>
          </p:cNvPr>
          <p:cNvGrpSpPr/>
          <p:nvPr/>
        </p:nvGrpSpPr>
        <p:grpSpPr>
          <a:xfrm>
            <a:off x="15173225" y="8490960"/>
            <a:ext cx="767368" cy="1079142"/>
            <a:chOff x="12834176" y="6453461"/>
            <a:chExt cx="845865" cy="1079142"/>
          </a:xfrm>
        </p:grpSpPr>
        <p:grpSp>
          <p:nvGrpSpPr>
            <p:cNvPr id="151" name="组合 150">
              <a:extLst>
                <a:ext uri="{FF2B5EF4-FFF2-40B4-BE49-F238E27FC236}">
                  <a16:creationId xmlns:a16="http://schemas.microsoft.com/office/drawing/2014/main" id="{FD08E9FC-2BB1-4CA8-88CE-EFD2E14FE5AC}"/>
                </a:ext>
              </a:extLst>
            </p:cNvPr>
            <p:cNvGrpSpPr/>
            <p:nvPr/>
          </p:nvGrpSpPr>
          <p:grpSpPr>
            <a:xfrm>
              <a:off x="12834176" y="6458823"/>
              <a:ext cx="845865" cy="1073780"/>
              <a:chOff x="13081690" y="6220061"/>
              <a:chExt cx="845865" cy="1073780"/>
            </a:xfrm>
          </p:grpSpPr>
          <p:grpSp>
            <p:nvGrpSpPr>
              <p:cNvPr id="153" name="组合 152">
                <a:extLst>
                  <a:ext uri="{FF2B5EF4-FFF2-40B4-BE49-F238E27FC236}">
                    <a16:creationId xmlns:a16="http://schemas.microsoft.com/office/drawing/2014/main" id="{5B17A17A-47FB-420F-9B0D-3CD5CC461185}"/>
                  </a:ext>
                </a:extLst>
              </p:cNvPr>
              <p:cNvGrpSpPr/>
              <p:nvPr/>
            </p:nvGrpSpPr>
            <p:grpSpPr>
              <a:xfrm rot="16200000">
                <a:off x="12967733" y="6334018"/>
                <a:ext cx="1073780" cy="845865"/>
                <a:chOff x="10446132" y="12112862"/>
                <a:chExt cx="767368" cy="2185989"/>
              </a:xfrm>
              <a:solidFill>
                <a:srgbClr val="C1E4F5"/>
              </a:solidFill>
            </p:grpSpPr>
            <p:sp>
              <p:nvSpPr>
                <p:cNvPr id="155" name="矩形 154">
                  <a:extLst>
                    <a:ext uri="{FF2B5EF4-FFF2-40B4-BE49-F238E27FC236}">
                      <a16:creationId xmlns:a16="http://schemas.microsoft.com/office/drawing/2014/main" id="{EF361196-4AE4-40C4-8D5D-0355AB6404FD}"/>
                    </a:ext>
                  </a:extLst>
                </p:cNvPr>
                <p:cNvSpPr/>
                <p:nvPr/>
              </p:nvSpPr>
              <p:spPr>
                <a:xfrm>
                  <a:off x="10446132" y="12112863"/>
                  <a:ext cx="767368" cy="2185988"/>
                </a:xfrm>
                <a:prstGeom prst="rect">
                  <a:avLst/>
                </a:prstGeom>
                <a:grpFill/>
                <a:ln>
                  <a:solidFill>
                    <a:srgbClr val="94AE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56" name="直接连接符 155">
                  <a:extLst>
                    <a:ext uri="{FF2B5EF4-FFF2-40B4-BE49-F238E27FC236}">
                      <a16:creationId xmlns:a16="http://schemas.microsoft.com/office/drawing/2014/main" id="{98A4663E-64AF-4D81-9E2D-91E68D6FF7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57337" y="12112862"/>
                  <a:ext cx="0" cy="2185989"/>
                </a:xfrm>
                <a:prstGeom prst="line">
                  <a:avLst/>
                </a:prstGeom>
                <a:grpFill/>
                <a:ln w="19050">
                  <a:solidFill>
                    <a:srgbClr val="94AEB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4" name="直接连接符 153">
                <a:extLst>
                  <a:ext uri="{FF2B5EF4-FFF2-40B4-BE49-F238E27FC236}">
                    <a16:creationId xmlns:a16="http://schemas.microsoft.com/office/drawing/2014/main" id="{B2C5575F-ABA6-4C18-A96F-E56C88B11BE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3504623" y="6511524"/>
                <a:ext cx="0" cy="845865"/>
              </a:xfrm>
              <a:prstGeom prst="line">
                <a:avLst/>
              </a:prstGeom>
              <a:solidFill>
                <a:srgbClr val="C1E4F5"/>
              </a:solidFill>
              <a:ln w="19050">
                <a:solidFill>
                  <a:srgbClr val="94AEB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DC4DE7F8-C17F-42F3-B332-2C11AD1A86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87580" y="6453461"/>
              <a:ext cx="0" cy="1079142"/>
            </a:xfrm>
            <a:prstGeom prst="line">
              <a:avLst/>
            </a:prstGeom>
            <a:solidFill>
              <a:srgbClr val="C1E4F5"/>
            </a:solidFill>
            <a:ln w="19050">
              <a:solidFill>
                <a:srgbClr val="94AE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517BFD53-B841-4A1F-9BB8-87EE8DE61D4F}"/>
              </a:ext>
            </a:extLst>
          </p:cNvPr>
          <p:cNvGrpSpPr/>
          <p:nvPr/>
        </p:nvGrpSpPr>
        <p:grpSpPr>
          <a:xfrm>
            <a:off x="20324157" y="12141868"/>
            <a:ext cx="767368" cy="2185988"/>
            <a:chOff x="11235052" y="6943982"/>
            <a:chExt cx="767368" cy="2185988"/>
          </a:xfrm>
          <a:solidFill>
            <a:srgbClr val="FAEEF9"/>
          </a:solidFill>
        </p:grpSpPr>
        <p:grpSp>
          <p:nvGrpSpPr>
            <p:cNvPr id="158" name="组合 157">
              <a:extLst>
                <a:ext uri="{FF2B5EF4-FFF2-40B4-BE49-F238E27FC236}">
                  <a16:creationId xmlns:a16="http://schemas.microsoft.com/office/drawing/2014/main" id="{01E20C46-7316-4D21-B6DE-2C3EA283203E}"/>
                </a:ext>
              </a:extLst>
            </p:cNvPr>
            <p:cNvGrpSpPr/>
            <p:nvPr/>
          </p:nvGrpSpPr>
          <p:grpSpPr>
            <a:xfrm>
              <a:off x="11235052" y="6943982"/>
              <a:ext cx="767368" cy="2185988"/>
              <a:chOff x="10567988" y="7016550"/>
              <a:chExt cx="767368" cy="2185988"/>
            </a:xfrm>
            <a:grpFill/>
          </p:grpSpPr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BC7D72C6-3954-4689-AB0A-26F9028EBFB6}"/>
                  </a:ext>
                </a:extLst>
              </p:cNvPr>
              <p:cNvSpPr/>
              <p:nvPr/>
            </p:nvSpPr>
            <p:spPr>
              <a:xfrm>
                <a:off x="10567988" y="7016550"/>
                <a:ext cx="767368" cy="2185988"/>
              </a:xfrm>
              <a:prstGeom prst="rect">
                <a:avLst/>
              </a:prstGeom>
              <a:grpFill/>
              <a:ln>
                <a:solidFill>
                  <a:srgbClr val="8C858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C8EE2BB2-DD1C-4E97-8F1E-09418342F4B2}"/>
                  </a:ext>
                </a:extLst>
              </p:cNvPr>
              <p:cNvCxnSpPr>
                <a:cxnSpLocks/>
                <a:stCxn id="164" idx="0"/>
              </p:cNvCxnSpPr>
              <p:nvPr/>
            </p:nvCxnSpPr>
            <p:spPr>
              <a:xfrm>
                <a:off x="10951672" y="7016550"/>
                <a:ext cx="0" cy="2185988"/>
              </a:xfrm>
              <a:prstGeom prst="line">
                <a:avLst/>
              </a:prstGeom>
              <a:grpFill/>
              <a:ln w="19050">
                <a:solidFill>
                  <a:srgbClr val="8C858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20DA4AC9-4E0C-41B5-85A0-43D5675F9FF6}"/>
                </a:ext>
              </a:extLst>
            </p:cNvPr>
            <p:cNvCxnSpPr/>
            <p:nvPr/>
          </p:nvCxnSpPr>
          <p:spPr>
            <a:xfrm>
              <a:off x="11235052" y="7308850"/>
              <a:ext cx="755597" cy="0"/>
            </a:xfrm>
            <a:prstGeom prst="line">
              <a:avLst/>
            </a:prstGeom>
            <a:grpFill/>
            <a:ln w="19050">
              <a:solidFill>
                <a:srgbClr val="8C85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49D81240-D77A-4EEA-A65B-144A688F95FD}"/>
                </a:ext>
              </a:extLst>
            </p:cNvPr>
            <p:cNvCxnSpPr/>
            <p:nvPr/>
          </p:nvCxnSpPr>
          <p:spPr>
            <a:xfrm>
              <a:off x="11241401" y="7677150"/>
              <a:ext cx="755597" cy="0"/>
            </a:xfrm>
            <a:prstGeom prst="line">
              <a:avLst/>
            </a:prstGeom>
            <a:grpFill/>
            <a:ln w="19050">
              <a:solidFill>
                <a:srgbClr val="8C85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FCACC859-D7DF-4A09-AB9F-805A05A3D9AD}"/>
                </a:ext>
              </a:extLst>
            </p:cNvPr>
            <p:cNvCxnSpPr/>
            <p:nvPr/>
          </p:nvCxnSpPr>
          <p:spPr>
            <a:xfrm>
              <a:off x="11243648" y="8036976"/>
              <a:ext cx="755597" cy="0"/>
            </a:xfrm>
            <a:prstGeom prst="line">
              <a:avLst/>
            </a:prstGeom>
            <a:grpFill/>
            <a:ln w="19050">
              <a:solidFill>
                <a:srgbClr val="8C85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4C3E5AA6-1875-4590-8794-567E21BAAFA3}"/>
                </a:ext>
              </a:extLst>
            </p:cNvPr>
            <p:cNvCxnSpPr/>
            <p:nvPr/>
          </p:nvCxnSpPr>
          <p:spPr>
            <a:xfrm>
              <a:off x="11238227" y="8401050"/>
              <a:ext cx="755597" cy="0"/>
            </a:xfrm>
            <a:prstGeom prst="line">
              <a:avLst/>
            </a:prstGeom>
            <a:grpFill/>
            <a:ln w="19050">
              <a:solidFill>
                <a:srgbClr val="8C85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AAC99FC5-AEFB-40E4-9A7A-6A0A675DB5E4}"/>
                </a:ext>
              </a:extLst>
            </p:cNvPr>
            <p:cNvCxnSpPr/>
            <p:nvPr/>
          </p:nvCxnSpPr>
          <p:spPr>
            <a:xfrm>
              <a:off x="11238226" y="8766807"/>
              <a:ext cx="755597" cy="0"/>
            </a:xfrm>
            <a:prstGeom prst="line">
              <a:avLst/>
            </a:prstGeom>
            <a:grpFill/>
            <a:ln w="19050">
              <a:solidFill>
                <a:srgbClr val="8C85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A7375D81-E36D-430D-90C3-B6041B8068E5}"/>
              </a:ext>
            </a:extLst>
          </p:cNvPr>
          <p:cNvGrpSpPr/>
          <p:nvPr/>
        </p:nvGrpSpPr>
        <p:grpSpPr>
          <a:xfrm>
            <a:off x="17425289" y="9848966"/>
            <a:ext cx="944880" cy="2394905"/>
            <a:chOff x="18155567" y="6890719"/>
            <a:chExt cx="944880" cy="2394905"/>
          </a:xfrm>
        </p:grpSpPr>
        <p:grpSp>
          <p:nvGrpSpPr>
            <p:cNvPr id="180" name="组合 179">
              <a:extLst>
                <a:ext uri="{FF2B5EF4-FFF2-40B4-BE49-F238E27FC236}">
                  <a16:creationId xmlns:a16="http://schemas.microsoft.com/office/drawing/2014/main" id="{B9BD6E05-1764-40DF-AA25-F936EE5BC800}"/>
                </a:ext>
              </a:extLst>
            </p:cNvPr>
            <p:cNvGrpSpPr/>
            <p:nvPr/>
          </p:nvGrpSpPr>
          <p:grpSpPr>
            <a:xfrm>
              <a:off x="18155567" y="6890719"/>
              <a:ext cx="944880" cy="2391834"/>
              <a:chOff x="18155567" y="6890719"/>
              <a:chExt cx="944880" cy="2391834"/>
            </a:xfrm>
          </p:grpSpPr>
          <p:grpSp>
            <p:nvGrpSpPr>
              <p:cNvPr id="171" name="组合 170">
                <a:extLst>
                  <a:ext uri="{FF2B5EF4-FFF2-40B4-BE49-F238E27FC236}">
                    <a16:creationId xmlns:a16="http://schemas.microsoft.com/office/drawing/2014/main" id="{4B038326-2D60-4E4C-8F94-94846A5C45C1}"/>
                  </a:ext>
                </a:extLst>
              </p:cNvPr>
              <p:cNvGrpSpPr/>
              <p:nvPr/>
            </p:nvGrpSpPr>
            <p:grpSpPr>
              <a:xfrm>
                <a:off x="18155570" y="6890719"/>
                <a:ext cx="944875" cy="2391834"/>
                <a:chOff x="17117676" y="7007494"/>
                <a:chExt cx="944875" cy="2391834"/>
              </a:xfrm>
            </p:grpSpPr>
            <p:sp>
              <p:nvSpPr>
                <p:cNvPr id="166" name="矩形 165">
                  <a:extLst>
                    <a:ext uri="{FF2B5EF4-FFF2-40B4-BE49-F238E27FC236}">
                      <a16:creationId xmlns:a16="http://schemas.microsoft.com/office/drawing/2014/main" id="{6B6D2D06-B9A3-4ECF-9FA1-7C302522438E}"/>
                    </a:ext>
                  </a:extLst>
                </p:cNvPr>
                <p:cNvSpPr/>
                <p:nvPr/>
              </p:nvSpPr>
              <p:spPr>
                <a:xfrm>
                  <a:off x="17117676" y="7007494"/>
                  <a:ext cx="944875" cy="2391834"/>
                </a:xfrm>
                <a:prstGeom prst="rect">
                  <a:avLst/>
                </a:prstGeom>
                <a:solidFill>
                  <a:srgbClr val="EDEDED"/>
                </a:solidFill>
                <a:ln>
                  <a:solidFill>
                    <a:srgbClr val="8483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67" name="直接连接符 166">
                  <a:extLst>
                    <a:ext uri="{FF2B5EF4-FFF2-40B4-BE49-F238E27FC236}">
                      <a16:creationId xmlns:a16="http://schemas.microsoft.com/office/drawing/2014/main" id="{C46E9907-3C6A-437E-BA73-85C035979D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415536" y="7007494"/>
                  <a:ext cx="0" cy="2391834"/>
                </a:xfrm>
                <a:prstGeom prst="line">
                  <a:avLst/>
                </a:prstGeom>
                <a:solidFill>
                  <a:srgbClr val="C1E4F5"/>
                </a:solidFill>
                <a:ln w="19050">
                  <a:solidFill>
                    <a:srgbClr val="84838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直接连接符 168">
                  <a:extLst>
                    <a:ext uri="{FF2B5EF4-FFF2-40B4-BE49-F238E27FC236}">
                      <a16:creationId xmlns:a16="http://schemas.microsoft.com/office/drawing/2014/main" id="{05646239-57F6-410E-8101-F884A0DB12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735576" y="7007494"/>
                  <a:ext cx="0" cy="2391834"/>
                </a:xfrm>
                <a:prstGeom prst="line">
                  <a:avLst/>
                </a:prstGeom>
                <a:solidFill>
                  <a:srgbClr val="C1E4F5"/>
                </a:solidFill>
                <a:ln w="19050">
                  <a:solidFill>
                    <a:srgbClr val="84838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2" name="直接连接符 171">
                <a:extLst>
                  <a:ext uri="{FF2B5EF4-FFF2-40B4-BE49-F238E27FC236}">
                    <a16:creationId xmlns:a16="http://schemas.microsoft.com/office/drawing/2014/main" id="{EB2A396E-C552-4720-84D1-84F6A33C3C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55570" y="7183998"/>
                <a:ext cx="944877" cy="0"/>
              </a:xfrm>
              <a:prstGeom prst="line">
                <a:avLst/>
              </a:prstGeom>
              <a:solidFill>
                <a:srgbClr val="C1E4F5"/>
              </a:solidFill>
              <a:ln w="19050">
                <a:solidFill>
                  <a:srgbClr val="8483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>
                <a:extLst>
                  <a:ext uri="{FF2B5EF4-FFF2-40B4-BE49-F238E27FC236}">
                    <a16:creationId xmlns:a16="http://schemas.microsoft.com/office/drawing/2014/main" id="{627F3093-7341-40D8-88A1-E92EEB4186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55568" y="7481178"/>
                <a:ext cx="944877" cy="0"/>
              </a:xfrm>
              <a:prstGeom prst="line">
                <a:avLst/>
              </a:prstGeom>
              <a:solidFill>
                <a:srgbClr val="C1E4F5"/>
              </a:solidFill>
              <a:ln w="19050">
                <a:solidFill>
                  <a:srgbClr val="8483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连接符 174">
                <a:extLst>
                  <a:ext uri="{FF2B5EF4-FFF2-40B4-BE49-F238E27FC236}">
                    <a16:creationId xmlns:a16="http://schemas.microsoft.com/office/drawing/2014/main" id="{E591BD65-30D4-44C7-BCA7-C6A745CCE9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55568" y="7795652"/>
                <a:ext cx="944877" cy="0"/>
              </a:xfrm>
              <a:prstGeom prst="line">
                <a:avLst/>
              </a:prstGeom>
              <a:solidFill>
                <a:srgbClr val="C1E4F5"/>
              </a:solidFill>
              <a:ln w="19050">
                <a:solidFill>
                  <a:srgbClr val="8483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>
                <a:extLst>
                  <a:ext uri="{FF2B5EF4-FFF2-40B4-BE49-F238E27FC236}">
                    <a16:creationId xmlns:a16="http://schemas.microsoft.com/office/drawing/2014/main" id="{DF51F4DD-F4FE-4E32-8831-88EE783BB3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55568" y="8077354"/>
                <a:ext cx="944877" cy="0"/>
              </a:xfrm>
              <a:prstGeom prst="line">
                <a:avLst/>
              </a:prstGeom>
              <a:solidFill>
                <a:srgbClr val="C1E4F5"/>
              </a:solidFill>
              <a:ln w="19050">
                <a:solidFill>
                  <a:srgbClr val="8483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>
                <a:extLst>
                  <a:ext uri="{FF2B5EF4-FFF2-40B4-BE49-F238E27FC236}">
                    <a16:creationId xmlns:a16="http://schemas.microsoft.com/office/drawing/2014/main" id="{90012725-92A4-4BBD-84E1-3B8E42997F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55567" y="8391525"/>
                <a:ext cx="944877" cy="0"/>
              </a:xfrm>
              <a:prstGeom prst="line">
                <a:avLst/>
              </a:prstGeom>
              <a:solidFill>
                <a:srgbClr val="C1E4F5"/>
              </a:solidFill>
              <a:ln w="19050">
                <a:solidFill>
                  <a:srgbClr val="8483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>
                <a:extLst>
                  <a:ext uri="{FF2B5EF4-FFF2-40B4-BE49-F238E27FC236}">
                    <a16:creationId xmlns:a16="http://schemas.microsoft.com/office/drawing/2014/main" id="{9827190D-7F3E-4ECC-89F2-8842FEEDAB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55567" y="8706344"/>
                <a:ext cx="944877" cy="0"/>
              </a:xfrm>
              <a:prstGeom prst="line">
                <a:avLst/>
              </a:prstGeom>
              <a:solidFill>
                <a:srgbClr val="C1E4F5"/>
              </a:solidFill>
              <a:ln w="19050">
                <a:solidFill>
                  <a:srgbClr val="8483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>
                <a:extLst>
                  <a:ext uri="{FF2B5EF4-FFF2-40B4-BE49-F238E27FC236}">
                    <a16:creationId xmlns:a16="http://schemas.microsoft.com/office/drawing/2014/main" id="{60F37CE2-ABC9-45E5-B765-CE7907AB01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55567" y="9001261"/>
                <a:ext cx="944877" cy="0"/>
              </a:xfrm>
              <a:prstGeom prst="line">
                <a:avLst/>
              </a:prstGeom>
              <a:solidFill>
                <a:srgbClr val="C1E4F5"/>
              </a:solidFill>
              <a:ln w="19050">
                <a:solidFill>
                  <a:srgbClr val="8483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E5A23ACB-1DF3-48C2-B768-845BC95DF13A}"/>
                </a:ext>
              </a:extLst>
            </p:cNvPr>
            <p:cNvSpPr/>
            <p:nvPr/>
          </p:nvSpPr>
          <p:spPr>
            <a:xfrm>
              <a:off x="18162234" y="8092986"/>
              <a:ext cx="296578" cy="291506"/>
            </a:xfrm>
            <a:prstGeom prst="rect">
              <a:avLst/>
            </a:prstGeom>
            <a:solidFill>
              <a:srgbClr val="B4E4A1"/>
            </a:solidFill>
            <a:ln>
              <a:solidFill>
                <a:srgbClr val="8483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197B860E-3337-4335-B737-755F5AC8AD84}"/>
                </a:ext>
              </a:extLst>
            </p:cNvPr>
            <p:cNvSpPr/>
            <p:nvPr/>
          </p:nvSpPr>
          <p:spPr>
            <a:xfrm>
              <a:off x="18162234" y="8403838"/>
              <a:ext cx="296578" cy="291506"/>
            </a:xfrm>
            <a:prstGeom prst="rect">
              <a:avLst/>
            </a:prstGeom>
            <a:solidFill>
              <a:srgbClr val="B4E4A1"/>
            </a:solidFill>
            <a:ln>
              <a:solidFill>
                <a:srgbClr val="8483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CF085D73-FC63-4759-BB15-E63DCF3870ED}"/>
                </a:ext>
              </a:extLst>
            </p:cNvPr>
            <p:cNvSpPr/>
            <p:nvPr/>
          </p:nvSpPr>
          <p:spPr>
            <a:xfrm>
              <a:off x="18162234" y="8703374"/>
              <a:ext cx="296578" cy="291506"/>
            </a:xfrm>
            <a:prstGeom prst="rect">
              <a:avLst/>
            </a:prstGeom>
            <a:solidFill>
              <a:srgbClr val="B4E4A1"/>
            </a:solidFill>
            <a:ln>
              <a:solidFill>
                <a:srgbClr val="8483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D6380C72-7C14-4610-888B-5E8EA14D7978}"/>
                </a:ext>
              </a:extLst>
            </p:cNvPr>
            <p:cNvSpPr/>
            <p:nvPr/>
          </p:nvSpPr>
          <p:spPr>
            <a:xfrm>
              <a:off x="18471659" y="8709755"/>
              <a:ext cx="296578" cy="291506"/>
            </a:xfrm>
            <a:prstGeom prst="rect">
              <a:avLst/>
            </a:prstGeom>
            <a:solidFill>
              <a:srgbClr val="B4E4A1"/>
            </a:solidFill>
            <a:ln>
              <a:solidFill>
                <a:srgbClr val="8483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86CE7BA0-98B4-4C4A-B8CE-463F0BEC55E8}"/>
                </a:ext>
              </a:extLst>
            </p:cNvPr>
            <p:cNvSpPr/>
            <p:nvPr/>
          </p:nvSpPr>
          <p:spPr>
            <a:xfrm>
              <a:off x="18471659" y="8990118"/>
              <a:ext cx="296578" cy="291506"/>
            </a:xfrm>
            <a:prstGeom prst="rect">
              <a:avLst/>
            </a:prstGeom>
            <a:solidFill>
              <a:srgbClr val="B4E4A1"/>
            </a:solidFill>
            <a:ln>
              <a:solidFill>
                <a:srgbClr val="8483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400CEA9B-2E0A-4ADE-99D0-A9536C9F4A87}"/>
                </a:ext>
              </a:extLst>
            </p:cNvPr>
            <p:cNvSpPr/>
            <p:nvPr/>
          </p:nvSpPr>
          <p:spPr>
            <a:xfrm>
              <a:off x="18164839" y="8994118"/>
              <a:ext cx="296578" cy="291506"/>
            </a:xfrm>
            <a:prstGeom prst="rect">
              <a:avLst/>
            </a:prstGeom>
            <a:solidFill>
              <a:srgbClr val="B4E4A1"/>
            </a:solidFill>
            <a:ln>
              <a:solidFill>
                <a:srgbClr val="8483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2E9A9DDB-D619-4029-B107-E9CBE92C18BD}"/>
              </a:ext>
            </a:extLst>
          </p:cNvPr>
          <p:cNvGrpSpPr/>
          <p:nvPr/>
        </p:nvGrpSpPr>
        <p:grpSpPr>
          <a:xfrm>
            <a:off x="17069984" y="14006982"/>
            <a:ext cx="1546083" cy="1539405"/>
            <a:chOff x="17112839" y="12508843"/>
            <a:chExt cx="1546083" cy="1539405"/>
          </a:xfrm>
        </p:grpSpPr>
        <p:grpSp>
          <p:nvGrpSpPr>
            <p:cNvPr id="225" name="组合 224">
              <a:extLst>
                <a:ext uri="{FF2B5EF4-FFF2-40B4-BE49-F238E27FC236}">
                  <a16:creationId xmlns:a16="http://schemas.microsoft.com/office/drawing/2014/main" id="{2DEF34C5-5F41-4B9D-B505-D08B5EEB95FD}"/>
                </a:ext>
              </a:extLst>
            </p:cNvPr>
            <p:cNvGrpSpPr/>
            <p:nvPr/>
          </p:nvGrpSpPr>
          <p:grpSpPr>
            <a:xfrm>
              <a:off x="17112839" y="12508843"/>
              <a:ext cx="1546083" cy="1539405"/>
              <a:chOff x="17112839" y="12508843"/>
              <a:chExt cx="1546083" cy="1539405"/>
            </a:xfrm>
          </p:grpSpPr>
          <p:grpSp>
            <p:nvGrpSpPr>
              <p:cNvPr id="221" name="组合 220">
                <a:extLst>
                  <a:ext uri="{FF2B5EF4-FFF2-40B4-BE49-F238E27FC236}">
                    <a16:creationId xmlns:a16="http://schemas.microsoft.com/office/drawing/2014/main" id="{82BAF082-1E1C-4430-9B7A-2ABF2C761AAC}"/>
                  </a:ext>
                </a:extLst>
              </p:cNvPr>
              <p:cNvGrpSpPr/>
              <p:nvPr/>
            </p:nvGrpSpPr>
            <p:grpSpPr>
              <a:xfrm>
                <a:off x="17112839" y="12508843"/>
                <a:ext cx="1546083" cy="1539405"/>
                <a:chOff x="17112839" y="12508843"/>
                <a:chExt cx="1546083" cy="1539405"/>
              </a:xfrm>
            </p:grpSpPr>
            <p:grpSp>
              <p:nvGrpSpPr>
                <p:cNvPr id="216" name="组合 215">
                  <a:extLst>
                    <a:ext uri="{FF2B5EF4-FFF2-40B4-BE49-F238E27FC236}">
                      <a16:creationId xmlns:a16="http://schemas.microsoft.com/office/drawing/2014/main" id="{8D7E02BB-E4FC-4978-8646-CA55368C3C84}"/>
                    </a:ext>
                  </a:extLst>
                </p:cNvPr>
                <p:cNvGrpSpPr/>
                <p:nvPr/>
              </p:nvGrpSpPr>
              <p:grpSpPr>
                <a:xfrm>
                  <a:off x="17112839" y="12508843"/>
                  <a:ext cx="1546083" cy="1539405"/>
                  <a:chOff x="17112839" y="12508843"/>
                  <a:chExt cx="1546083" cy="1539405"/>
                </a:xfrm>
              </p:grpSpPr>
              <p:grpSp>
                <p:nvGrpSpPr>
                  <p:cNvPr id="211" name="组合 210">
                    <a:extLst>
                      <a:ext uri="{FF2B5EF4-FFF2-40B4-BE49-F238E27FC236}">
                        <a16:creationId xmlns:a16="http://schemas.microsoft.com/office/drawing/2014/main" id="{9C2F39FB-D3FB-491F-AF6C-58D55051210C}"/>
                      </a:ext>
                    </a:extLst>
                  </p:cNvPr>
                  <p:cNvGrpSpPr/>
                  <p:nvPr/>
                </p:nvGrpSpPr>
                <p:grpSpPr>
                  <a:xfrm>
                    <a:off x="17112839" y="12508843"/>
                    <a:ext cx="1546083" cy="1539405"/>
                    <a:chOff x="16761309" y="11251494"/>
                    <a:chExt cx="1546083" cy="1539405"/>
                  </a:xfrm>
                </p:grpSpPr>
                <p:grpSp>
                  <p:nvGrpSpPr>
                    <p:cNvPr id="210" name="组合 209">
                      <a:extLst>
                        <a:ext uri="{FF2B5EF4-FFF2-40B4-BE49-F238E27FC236}">
                          <a16:creationId xmlns:a16="http://schemas.microsoft.com/office/drawing/2014/main" id="{6D44A2BE-5045-47D0-BC1F-CD94039BF1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761309" y="11251494"/>
                      <a:ext cx="1546083" cy="1539405"/>
                      <a:chOff x="16761309" y="11251494"/>
                      <a:chExt cx="1546083" cy="1539405"/>
                    </a:xfrm>
                  </p:grpSpPr>
                  <p:grpSp>
                    <p:nvGrpSpPr>
                      <p:cNvPr id="189" name="组合 188">
                        <a:extLst>
                          <a:ext uri="{FF2B5EF4-FFF2-40B4-BE49-F238E27FC236}">
                            <a16:creationId xmlns:a16="http://schemas.microsoft.com/office/drawing/2014/main" id="{89C035C2-FD5D-4961-B7EF-D58E844A967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761309" y="11251494"/>
                        <a:ext cx="1546083" cy="1539405"/>
                        <a:chOff x="18155566" y="6880227"/>
                        <a:chExt cx="944879" cy="2402326"/>
                      </a:xfrm>
                    </p:grpSpPr>
                    <p:grpSp>
                      <p:nvGrpSpPr>
                        <p:cNvPr id="196" name="组合 195">
                          <a:extLst>
                            <a:ext uri="{FF2B5EF4-FFF2-40B4-BE49-F238E27FC236}">
                              <a16:creationId xmlns:a16="http://schemas.microsoft.com/office/drawing/2014/main" id="{52B25F70-DCB8-41DA-89D2-E1F37A9D48B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8155570" y="6880227"/>
                          <a:ext cx="944875" cy="2402326"/>
                          <a:chOff x="17117676" y="6997002"/>
                          <a:chExt cx="944875" cy="2402326"/>
                        </a:xfrm>
                      </p:grpSpPr>
                      <p:sp>
                        <p:nvSpPr>
                          <p:cNvPr id="204" name="矩形 203">
                            <a:extLst>
                              <a:ext uri="{FF2B5EF4-FFF2-40B4-BE49-F238E27FC236}">
                                <a16:creationId xmlns:a16="http://schemas.microsoft.com/office/drawing/2014/main" id="{2D91C3D6-DDBC-4D19-A93B-F9A0A5FEB89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7117676" y="7007494"/>
                            <a:ext cx="944875" cy="2391834"/>
                          </a:xfrm>
                          <a:prstGeom prst="rect">
                            <a:avLst/>
                          </a:prstGeom>
                          <a:solidFill>
                            <a:srgbClr val="EDEDED"/>
                          </a:solidFill>
                          <a:ln>
                            <a:solidFill>
                              <a:srgbClr val="84838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cxnSp>
                        <p:nvCxnSpPr>
                          <p:cNvPr id="205" name="直接连接符 204">
                            <a:extLst>
                              <a:ext uri="{FF2B5EF4-FFF2-40B4-BE49-F238E27FC236}">
                                <a16:creationId xmlns:a16="http://schemas.microsoft.com/office/drawing/2014/main" id="{6278F059-9F01-4DB2-9A5F-36AECE541E9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17271171" y="6997002"/>
                            <a:ext cx="0" cy="2391834"/>
                          </a:xfrm>
                          <a:prstGeom prst="line">
                            <a:avLst/>
                          </a:prstGeom>
                          <a:solidFill>
                            <a:srgbClr val="C1E4F5"/>
                          </a:solidFill>
                          <a:ln w="19050">
                            <a:solidFill>
                              <a:srgbClr val="848384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06" name="直接连接符 205">
                            <a:extLst>
                              <a:ext uri="{FF2B5EF4-FFF2-40B4-BE49-F238E27FC236}">
                                <a16:creationId xmlns:a16="http://schemas.microsoft.com/office/drawing/2014/main" id="{E3CC2A2C-3F60-4973-A9B0-A0D4EA8A11D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17744890" y="7007494"/>
                            <a:ext cx="0" cy="2391834"/>
                          </a:xfrm>
                          <a:prstGeom prst="line">
                            <a:avLst/>
                          </a:prstGeom>
                          <a:solidFill>
                            <a:srgbClr val="C1E4F5"/>
                          </a:solidFill>
                          <a:ln w="19050">
                            <a:solidFill>
                              <a:srgbClr val="848384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198" name="直接连接符 197">
                          <a:extLst>
                            <a:ext uri="{FF2B5EF4-FFF2-40B4-BE49-F238E27FC236}">
                              <a16:creationId xmlns:a16="http://schemas.microsoft.com/office/drawing/2014/main" id="{686CEAC3-9AC5-47A3-9707-72FECF15187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8155567" y="7258821"/>
                          <a:ext cx="944877" cy="0"/>
                        </a:xfrm>
                        <a:prstGeom prst="line">
                          <a:avLst/>
                        </a:prstGeom>
                        <a:solidFill>
                          <a:srgbClr val="C1E4F5"/>
                        </a:solidFill>
                        <a:ln w="19050">
                          <a:solidFill>
                            <a:srgbClr val="848384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99" name="直接连接符 198">
                          <a:extLst>
                            <a:ext uri="{FF2B5EF4-FFF2-40B4-BE49-F238E27FC236}">
                              <a16:creationId xmlns:a16="http://schemas.microsoft.com/office/drawing/2014/main" id="{80228C42-A848-47E5-BE55-DD750B715E0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8155566" y="7662026"/>
                          <a:ext cx="944877" cy="0"/>
                        </a:xfrm>
                        <a:prstGeom prst="line">
                          <a:avLst/>
                        </a:prstGeom>
                        <a:solidFill>
                          <a:srgbClr val="C1E4F5"/>
                        </a:solidFill>
                        <a:ln w="19050">
                          <a:solidFill>
                            <a:srgbClr val="848384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00" name="直接连接符 199">
                          <a:extLst>
                            <a:ext uri="{FF2B5EF4-FFF2-40B4-BE49-F238E27FC236}">
                              <a16:creationId xmlns:a16="http://schemas.microsoft.com/office/drawing/2014/main" id="{BABE1010-2B18-47B6-9929-C175BD970C6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8155568" y="8077354"/>
                          <a:ext cx="944877" cy="0"/>
                        </a:xfrm>
                        <a:prstGeom prst="line">
                          <a:avLst/>
                        </a:prstGeom>
                        <a:solidFill>
                          <a:srgbClr val="C1E4F5"/>
                        </a:solidFill>
                        <a:ln w="19050">
                          <a:solidFill>
                            <a:srgbClr val="848384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02" name="直接连接符 201">
                          <a:extLst>
                            <a:ext uri="{FF2B5EF4-FFF2-40B4-BE49-F238E27FC236}">
                              <a16:creationId xmlns:a16="http://schemas.microsoft.com/office/drawing/2014/main" id="{4BB36E41-2255-48CE-86C4-7EF48F92993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8155567" y="8480407"/>
                          <a:ext cx="944877" cy="0"/>
                        </a:xfrm>
                        <a:prstGeom prst="line">
                          <a:avLst/>
                        </a:prstGeom>
                        <a:solidFill>
                          <a:srgbClr val="C1E4F5"/>
                        </a:solidFill>
                        <a:ln w="19050">
                          <a:solidFill>
                            <a:srgbClr val="848384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03" name="直接连接符 202">
                          <a:extLst>
                            <a:ext uri="{FF2B5EF4-FFF2-40B4-BE49-F238E27FC236}">
                              <a16:creationId xmlns:a16="http://schemas.microsoft.com/office/drawing/2014/main" id="{CB6A1F13-336F-4C02-8F2A-A623246562A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8155567" y="8906130"/>
                          <a:ext cx="944877" cy="0"/>
                        </a:xfrm>
                        <a:prstGeom prst="line">
                          <a:avLst/>
                        </a:prstGeom>
                        <a:solidFill>
                          <a:srgbClr val="C1E4F5"/>
                        </a:solidFill>
                        <a:ln w="19050">
                          <a:solidFill>
                            <a:srgbClr val="848384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207" name="直接连接符 206">
                        <a:extLst>
                          <a:ext uri="{FF2B5EF4-FFF2-40B4-BE49-F238E27FC236}">
                            <a16:creationId xmlns:a16="http://schemas.microsoft.com/office/drawing/2014/main" id="{71BCF261-FE57-44ED-9D21-F4AA56C73B8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17263938" y="11251844"/>
                        <a:ext cx="0" cy="1532682"/>
                      </a:xfrm>
                      <a:prstGeom prst="line">
                        <a:avLst/>
                      </a:prstGeom>
                      <a:solidFill>
                        <a:srgbClr val="C1E4F5"/>
                      </a:solidFill>
                      <a:ln w="19050">
                        <a:solidFill>
                          <a:srgbClr val="848384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8" name="直接连接符 207">
                        <a:extLst>
                          <a:ext uri="{FF2B5EF4-FFF2-40B4-BE49-F238E27FC236}">
                            <a16:creationId xmlns:a16="http://schemas.microsoft.com/office/drawing/2014/main" id="{DD696F1B-66F1-4567-BEDF-CDB25525CD9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17515398" y="11258217"/>
                        <a:ext cx="0" cy="1532682"/>
                      </a:xfrm>
                      <a:prstGeom prst="line">
                        <a:avLst/>
                      </a:prstGeom>
                      <a:solidFill>
                        <a:srgbClr val="C1E4F5"/>
                      </a:solidFill>
                      <a:ln w="19050">
                        <a:solidFill>
                          <a:srgbClr val="848384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209" name="直接连接符 208">
                      <a:extLst>
                        <a:ext uri="{FF2B5EF4-FFF2-40B4-BE49-F238E27FC236}">
                          <a16:creationId xmlns:a16="http://schemas.microsoft.com/office/drawing/2014/main" id="{18C5B537-97B0-4A68-B645-7DC90CC0DA2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035660" y="11258217"/>
                      <a:ext cx="0" cy="1532682"/>
                    </a:xfrm>
                    <a:prstGeom prst="line">
                      <a:avLst/>
                    </a:prstGeom>
                    <a:solidFill>
                      <a:srgbClr val="C1E4F5"/>
                    </a:solidFill>
                    <a:ln w="19050">
                      <a:solidFill>
                        <a:srgbClr val="84838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14" name="矩形 213">
                    <a:extLst>
                      <a:ext uri="{FF2B5EF4-FFF2-40B4-BE49-F238E27FC236}">
                        <a16:creationId xmlns:a16="http://schemas.microsoft.com/office/drawing/2014/main" id="{CAF1DB70-7B97-4449-AF32-7907E489BF2C}"/>
                      </a:ext>
                    </a:extLst>
                  </p:cNvPr>
                  <p:cNvSpPr/>
                  <p:nvPr/>
                </p:nvSpPr>
                <p:spPr>
                  <a:xfrm>
                    <a:off x="17119413" y="12515567"/>
                    <a:ext cx="244591" cy="235878"/>
                  </a:xfrm>
                  <a:prstGeom prst="rect">
                    <a:avLst/>
                  </a:prstGeom>
                  <a:solidFill>
                    <a:srgbClr val="F6C5AC"/>
                  </a:solidFill>
                  <a:ln>
                    <a:solidFill>
                      <a:srgbClr val="84838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5" name="矩形 214">
                    <a:extLst>
                      <a:ext uri="{FF2B5EF4-FFF2-40B4-BE49-F238E27FC236}">
                        <a16:creationId xmlns:a16="http://schemas.microsoft.com/office/drawing/2014/main" id="{3BF11A59-459F-4576-A50C-91F7989245E6}"/>
                      </a:ext>
                    </a:extLst>
                  </p:cNvPr>
                  <p:cNvSpPr/>
                  <p:nvPr/>
                </p:nvSpPr>
                <p:spPr>
                  <a:xfrm>
                    <a:off x="17119412" y="12761599"/>
                    <a:ext cx="244591" cy="235878"/>
                  </a:xfrm>
                  <a:prstGeom prst="rect">
                    <a:avLst/>
                  </a:prstGeom>
                  <a:solidFill>
                    <a:srgbClr val="F6C5AC"/>
                  </a:solidFill>
                  <a:ln>
                    <a:solidFill>
                      <a:srgbClr val="84838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A46FAC87-907E-43FE-A2C6-BE569A324013}"/>
                    </a:ext>
                  </a:extLst>
                </p:cNvPr>
                <p:cNvSpPr/>
                <p:nvPr/>
              </p:nvSpPr>
              <p:spPr>
                <a:xfrm>
                  <a:off x="17371757" y="12764190"/>
                  <a:ext cx="244591" cy="235878"/>
                </a:xfrm>
                <a:prstGeom prst="rect">
                  <a:avLst/>
                </a:prstGeom>
                <a:solidFill>
                  <a:srgbClr val="F6C5AC"/>
                </a:solidFill>
                <a:ln>
                  <a:solidFill>
                    <a:srgbClr val="8483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8" name="矩形 217">
                  <a:extLst>
                    <a:ext uri="{FF2B5EF4-FFF2-40B4-BE49-F238E27FC236}">
                      <a16:creationId xmlns:a16="http://schemas.microsoft.com/office/drawing/2014/main" id="{28D3E080-F1E6-4736-AA13-072E6F70A4E0}"/>
                    </a:ext>
                  </a:extLst>
                </p:cNvPr>
                <p:cNvSpPr/>
                <p:nvPr/>
              </p:nvSpPr>
              <p:spPr>
                <a:xfrm>
                  <a:off x="17120045" y="13024246"/>
                  <a:ext cx="244591" cy="235878"/>
                </a:xfrm>
                <a:prstGeom prst="rect">
                  <a:avLst/>
                </a:prstGeom>
                <a:solidFill>
                  <a:srgbClr val="F6C5AC"/>
                </a:solidFill>
                <a:ln>
                  <a:solidFill>
                    <a:srgbClr val="8483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9" name="矩形 218">
                  <a:extLst>
                    <a:ext uri="{FF2B5EF4-FFF2-40B4-BE49-F238E27FC236}">
                      <a16:creationId xmlns:a16="http://schemas.microsoft.com/office/drawing/2014/main" id="{5B3E54E0-C811-42E1-8811-CB01C11D8022}"/>
                    </a:ext>
                  </a:extLst>
                </p:cNvPr>
                <p:cNvSpPr/>
                <p:nvPr/>
              </p:nvSpPr>
              <p:spPr>
                <a:xfrm>
                  <a:off x="17371317" y="13022420"/>
                  <a:ext cx="244591" cy="235878"/>
                </a:xfrm>
                <a:prstGeom prst="rect">
                  <a:avLst/>
                </a:prstGeom>
                <a:solidFill>
                  <a:srgbClr val="F6C5AC"/>
                </a:solidFill>
                <a:ln>
                  <a:solidFill>
                    <a:srgbClr val="8483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2D15EC7A-CC08-4FD7-90F6-DB3D405B9DCE}"/>
                    </a:ext>
                  </a:extLst>
                </p:cNvPr>
                <p:cNvSpPr/>
                <p:nvPr/>
              </p:nvSpPr>
              <p:spPr>
                <a:xfrm>
                  <a:off x="17622589" y="13025577"/>
                  <a:ext cx="244591" cy="235878"/>
                </a:xfrm>
                <a:prstGeom prst="rect">
                  <a:avLst/>
                </a:prstGeom>
                <a:solidFill>
                  <a:srgbClr val="F6C5AC"/>
                </a:solidFill>
                <a:ln>
                  <a:solidFill>
                    <a:srgbClr val="8483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222" name="矩形 221">
                <a:extLst>
                  <a:ext uri="{FF2B5EF4-FFF2-40B4-BE49-F238E27FC236}">
                    <a16:creationId xmlns:a16="http://schemas.microsoft.com/office/drawing/2014/main" id="{2F6F6CEE-F8D3-4A66-AFE1-86ED158EFFBE}"/>
                  </a:ext>
                </a:extLst>
              </p:cNvPr>
              <p:cNvSpPr/>
              <p:nvPr/>
            </p:nvSpPr>
            <p:spPr>
              <a:xfrm>
                <a:off x="17371317" y="13283607"/>
                <a:ext cx="244591" cy="235878"/>
              </a:xfrm>
              <a:prstGeom prst="rect">
                <a:avLst/>
              </a:prstGeom>
              <a:solidFill>
                <a:srgbClr val="F6C5AC"/>
              </a:solidFill>
              <a:ln>
                <a:solidFill>
                  <a:srgbClr val="8483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3" name="矩形 222">
                <a:extLst>
                  <a:ext uri="{FF2B5EF4-FFF2-40B4-BE49-F238E27FC236}">
                    <a16:creationId xmlns:a16="http://schemas.microsoft.com/office/drawing/2014/main" id="{7A85C3D2-341F-46E7-9B48-3BA8B255EDAE}"/>
                  </a:ext>
                </a:extLst>
              </p:cNvPr>
              <p:cNvSpPr/>
              <p:nvPr/>
            </p:nvSpPr>
            <p:spPr>
              <a:xfrm>
                <a:off x="17622589" y="13288559"/>
                <a:ext cx="244591" cy="235878"/>
              </a:xfrm>
              <a:prstGeom prst="rect">
                <a:avLst/>
              </a:prstGeom>
              <a:solidFill>
                <a:srgbClr val="F6C5AC"/>
              </a:solidFill>
              <a:ln>
                <a:solidFill>
                  <a:srgbClr val="8483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1D6BEE4C-34E3-49F6-90BB-230A366F83F3}"/>
                  </a:ext>
                </a:extLst>
              </p:cNvPr>
              <p:cNvSpPr/>
              <p:nvPr/>
            </p:nvSpPr>
            <p:spPr>
              <a:xfrm>
                <a:off x="17880497" y="13290982"/>
                <a:ext cx="244591" cy="235878"/>
              </a:xfrm>
              <a:prstGeom prst="rect">
                <a:avLst/>
              </a:prstGeom>
              <a:solidFill>
                <a:srgbClr val="F6C5AC"/>
              </a:solidFill>
              <a:ln>
                <a:solidFill>
                  <a:srgbClr val="8483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CCA57ABB-522B-4F21-B672-67AE3F594512}"/>
                </a:ext>
              </a:extLst>
            </p:cNvPr>
            <p:cNvSpPr/>
            <p:nvPr/>
          </p:nvSpPr>
          <p:spPr>
            <a:xfrm>
              <a:off x="17624951" y="13541881"/>
              <a:ext cx="244591" cy="250629"/>
            </a:xfrm>
            <a:prstGeom prst="rect">
              <a:avLst/>
            </a:prstGeom>
            <a:solidFill>
              <a:srgbClr val="F6C5AC"/>
            </a:solidFill>
            <a:ln>
              <a:solidFill>
                <a:srgbClr val="8483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FDA64002-9340-470D-A144-8FFD05A2AD02}"/>
                </a:ext>
              </a:extLst>
            </p:cNvPr>
            <p:cNvSpPr/>
            <p:nvPr/>
          </p:nvSpPr>
          <p:spPr>
            <a:xfrm>
              <a:off x="17880496" y="13544613"/>
              <a:ext cx="244591" cy="250629"/>
            </a:xfrm>
            <a:prstGeom prst="rect">
              <a:avLst/>
            </a:prstGeom>
            <a:solidFill>
              <a:srgbClr val="F6C5AC"/>
            </a:solidFill>
            <a:ln>
              <a:solidFill>
                <a:srgbClr val="8483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D66F7E66-20BD-413E-A82F-9E459DE9C177}"/>
                </a:ext>
              </a:extLst>
            </p:cNvPr>
            <p:cNvSpPr/>
            <p:nvPr/>
          </p:nvSpPr>
          <p:spPr>
            <a:xfrm>
              <a:off x="18144158" y="13544614"/>
              <a:ext cx="244591" cy="250629"/>
            </a:xfrm>
            <a:prstGeom prst="rect">
              <a:avLst/>
            </a:prstGeom>
            <a:solidFill>
              <a:srgbClr val="F6C5AC"/>
            </a:solidFill>
            <a:ln>
              <a:solidFill>
                <a:srgbClr val="8483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73E85EE9-CB90-448C-87AB-78A05EDCB979}"/>
                </a:ext>
              </a:extLst>
            </p:cNvPr>
            <p:cNvSpPr/>
            <p:nvPr/>
          </p:nvSpPr>
          <p:spPr>
            <a:xfrm>
              <a:off x="17881710" y="13813411"/>
              <a:ext cx="244591" cy="228456"/>
            </a:xfrm>
            <a:prstGeom prst="rect">
              <a:avLst/>
            </a:prstGeom>
            <a:solidFill>
              <a:srgbClr val="F6C5AC"/>
            </a:solidFill>
            <a:ln>
              <a:solidFill>
                <a:srgbClr val="8483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0" name="矩形 229">
              <a:extLst>
                <a:ext uri="{FF2B5EF4-FFF2-40B4-BE49-F238E27FC236}">
                  <a16:creationId xmlns:a16="http://schemas.microsoft.com/office/drawing/2014/main" id="{7C331CAC-AD7C-4FC8-B465-15E754575B1E}"/>
                </a:ext>
              </a:extLst>
            </p:cNvPr>
            <p:cNvSpPr/>
            <p:nvPr/>
          </p:nvSpPr>
          <p:spPr>
            <a:xfrm>
              <a:off x="18141041" y="13812125"/>
              <a:ext cx="244591" cy="228456"/>
            </a:xfrm>
            <a:prstGeom prst="rect">
              <a:avLst/>
            </a:prstGeom>
            <a:solidFill>
              <a:srgbClr val="F6C5AC"/>
            </a:solidFill>
            <a:ln>
              <a:solidFill>
                <a:srgbClr val="8483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C741C43F-ADDF-4E91-8921-B342FC8CC6EF}"/>
                </a:ext>
              </a:extLst>
            </p:cNvPr>
            <p:cNvSpPr/>
            <p:nvPr/>
          </p:nvSpPr>
          <p:spPr>
            <a:xfrm>
              <a:off x="18395900" y="13819260"/>
              <a:ext cx="263018" cy="228456"/>
            </a:xfrm>
            <a:prstGeom prst="rect">
              <a:avLst/>
            </a:prstGeom>
            <a:solidFill>
              <a:srgbClr val="F6C5AC"/>
            </a:solidFill>
            <a:ln>
              <a:solidFill>
                <a:srgbClr val="8483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234" name="连接符: 肘形 233">
            <a:extLst>
              <a:ext uri="{FF2B5EF4-FFF2-40B4-BE49-F238E27FC236}">
                <a16:creationId xmlns:a16="http://schemas.microsoft.com/office/drawing/2014/main" id="{6669120A-05AD-4156-A79E-08D7BABD7CE5}"/>
              </a:ext>
            </a:extLst>
          </p:cNvPr>
          <p:cNvCxnSpPr>
            <a:stCxn id="72" idx="3"/>
            <a:endCxn id="91" idx="0"/>
          </p:cNvCxnSpPr>
          <p:nvPr/>
        </p:nvCxnSpPr>
        <p:spPr>
          <a:xfrm>
            <a:off x="11666880" y="10973851"/>
            <a:ext cx="1570222" cy="133485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连接符: 肘形 235">
            <a:extLst>
              <a:ext uri="{FF2B5EF4-FFF2-40B4-BE49-F238E27FC236}">
                <a16:creationId xmlns:a16="http://schemas.microsoft.com/office/drawing/2014/main" id="{68CF7816-CFE8-490B-A52B-0E1F38C3BB50}"/>
              </a:ext>
            </a:extLst>
          </p:cNvPr>
          <p:cNvCxnSpPr>
            <a:stCxn id="72" idx="3"/>
            <a:endCxn id="136" idx="0"/>
          </p:cNvCxnSpPr>
          <p:nvPr/>
        </p:nvCxnSpPr>
        <p:spPr>
          <a:xfrm flipV="1">
            <a:off x="11666880" y="9697374"/>
            <a:ext cx="1496737" cy="1276477"/>
          </a:xfrm>
          <a:prstGeom prst="bentConnector3">
            <a:avLst>
              <a:gd name="adj1" fmla="val 5286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连接符: 肘形 239">
            <a:extLst>
              <a:ext uri="{FF2B5EF4-FFF2-40B4-BE49-F238E27FC236}">
                <a16:creationId xmlns:a16="http://schemas.microsoft.com/office/drawing/2014/main" id="{206E01B5-7E83-42D1-903D-A95F49E65BA5}"/>
              </a:ext>
            </a:extLst>
          </p:cNvPr>
          <p:cNvCxnSpPr>
            <a:endCxn id="155" idx="0"/>
          </p:cNvCxnSpPr>
          <p:nvPr/>
        </p:nvCxnSpPr>
        <p:spPr>
          <a:xfrm flipV="1">
            <a:off x="14018751" y="9033212"/>
            <a:ext cx="1154474" cy="656289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连接符: 肘形 241">
            <a:extLst>
              <a:ext uri="{FF2B5EF4-FFF2-40B4-BE49-F238E27FC236}">
                <a16:creationId xmlns:a16="http://schemas.microsoft.com/office/drawing/2014/main" id="{D47E2FF8-E6C7-4D21-81DA-42DB8FD323FD}"/>
              </a:ext>
            </a:extLst>
          </p:cNvPr>
          <p:cNvCxnSpPr>
            <a:stCxn id="136" idx="2"/>
            <a:endCxn id="148" idx="0"/>
          </p:cNvCxnSpPr>
          <p:nvPr/>
        </p:nvCxnSpPr>
        <p:spPr>
          <a:xfrm>
            <a:off x="14009482" y="9697374"/>
            <a:ext cx="1147934" cy="79877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连接符: 肘形 243">
            <a:extLst>
              <a:ext uri="{FF2B5EF4-FFF2-40B4-BE49-F238E27FC236}">
                <a16:creationId xmlns:a16="http://schemas.microsoft.com/office/drawing/2014/main" id="{9008C7B6-C608-49ED-91D0-47C84338BA11}"/>
              </a:ext>
            </a:extLst>
          </p:cNvPr>
          <p:cNvCxnSpPr/>
          <p:nvPr/>
        </p:nvCxnSpPr>
        <p:spPr>
          <a:xfrm>
            <a:off x="15940593" y="10503084"/>
            <a:ext cx="994982" cy="790087"/>
          </a:xfrm>
          <a:prstGeom prst="bentConnector3">
            <a:avLst>
              <a:gd name="adj1" fmla="val 7425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连接符: 肘形 246">
            <a:extLst>
              <a:ext uri="{FF2B5EF4-FFF2-40B4-BE49-F238E27FC236}">
                <a16:creationId xmlns:a16="http://schemas.microsoft.com/office/drawing/2014/main" id="{4AB8AD01-010E-42F3-B10A-3B3593BC96C2}"/>
              </a:ext>
            </a:extLst>
          </p:cNvPr>
          <p:cNvCxnSpPr>
            <a:stCxn id="91" idx="2"/>
          </p:cNvCxnSpPr>
          <p:nvPr/>
        </p:nvCxnSpPr>
        <p:spPr>
          <a:xfrm flipV="1">
            <a:off x="15540000" y="11285575"/>
            <a:ext cx="1384467" cy="1025336"/>
          </a:xfrm>
          <a:prstGeom prst="bentConnector3">
            <a:avLst>
              <a:gd name="adj1" fmla="val 8302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连接符: 肘形 249">
            <a:extLst>
              <a:ext uri="{FF2B5EF4-FFF2-40B4-BE49-F238E27FC236}">
                <a16:creationId xmlns:a16="http://schemas.microsoft.com/office/drawing/2014/main" id="{4DA8A3DE-FEE1-4AB3-9323-47888910749E}"/>
              </a:ext>
            </a:extLst>
          </p:cNvPr>
          <p:cNvCxnSpPr/>
          <p:nvPr/>
        </p:nvCxnSpPr>
        <p:spPr>
          <a:xfrm flipV="1">
            <a:off x="11723329" y="14220756"/>
            <a:ext cx="1532338" cy="115888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连接符: 肘形 251">
            <a:extLst>
              <a:ext uri="{FF2B5EF4-FFF2-40B4-BE49-F238E27FC236}">
                <a16:creationId xmlns:a16="http://schemas.microsoft.com/office/drawing/2014/main" id="{C217DB23-D027-4CF8-9C6D-A9F43DBD06E0}"/>
              </a:ext>
            </a:extLst>
          </p:cNvPr>
          <p:cNvCxnSpPr>
            <a:stCxn id="127" idx="3"/>
            <a:endCxn id="118" idx="0"/>
          </p:cNvCxnSpPr>
          <p:nvPr/>
        </p:nvCxnSpPr>
        <p:spPr>
          <a:xfrm>
            <a:off x="11719737" y="15379644"/>
            <a:ext cx="1535930" cy="1104485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箭头连接符 253">
            <a:extLst>
              <a:ext uri="{FF2B5EF4-FFF2-40B4-BE49-F238E27FC236}">
                <a16:creationId xmlns:a16="http://schemas.microsoft.com/office/drawing/2014/main" id="{B7B918E7-0D3F-4E6D-B781-0E34FABD15AF}"/>
              </a:ext>
            </a:extLst>
          </p:cNvPr>
          <p:cNvCxnSpPr>
            <a:stCxn id="127" idx="3"/>
            <a:endCxn id="109" idx="0"/>
          </p:cNvCxnSpPr>
          <p:nvPr/>
        </p:nvCxnSpPr>
        <p:spPr>
          <a:xfrm flipV="1">
            <a:off x="11719737" y="15374862"/>
            <a:ext cx="1555609" cy="47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连接符: 肘形 255">
            <a:extLst>
              <a:ext uri="{FF2B5EF4-FFF2-40B4-BE49-F238E27FC236}">
                <a16:creationId xmlns:a16="http://schemas.microsoft.com/office/drawing/2014/main" id="{E9357F6E-1DFC-4BA4-9811-49B6FA5CD622}"/>
              </a:ext>
            </a:extLst>
          </p:cNvPr>
          <p:cNvCxnSpPr>
            <a:stCxn id="100" idx="2"/>
          </p:cNvCxnSpPr>
          <p:nvPr/>
        </p:nvCxnSpPr>
        <p:spPr>
          <a:xfrm>
            <a:off x="15578244" y="14240194"/>
            <a:ext cx="1460634" cy="56000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连接符: 肘形 257">
            <a:extLst>
              <a:ext uri="{FF2B5EF4-FFF2-40B4-BE49-F238E27FC236}">
                <a16:creationId xmlns:a16="http://schemas.microsoft.com/office/drawing/2014/main" id="{B5146FEB-DB0D-4F7C-9561-1CDF4A47F4B3}"/>
              </a:ext>
            </a:extLst>
          </p:cNvPr>
          <p:cNvCxnSpPr>
            <a:endCxn id="204" idx="1"/>
          </p:cNvCxnSpPr>
          <p:nvPr/>
        </p:nvCxnSpPr>
        <p:spPr>
          <a:xfrm flipV="1">
            <a:off x="15615892" y="14780046"/>
            <a:ext cx="1454099" cy="597018"/>
          </a:xfrm>
          <a:prstGeom prst="bentConnector3">
            <a:avLst>
              <a:gd name="adj1" fmla="val 4842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连接符: 肘形 260">
            <a:extLst>
              <a:ext uri="{FF2B5EF4-FFF2-40B4-BE49-F238E27FC236}">
                <a16:creationId xmlns:a16="http://schemas.microsoft.com/office/drawing/2014/main" id="{120C766F-116F-49A7-AC9B-118CFD343013}"/>
              </a:ext>
            </a:extLst>
          </p:cNvPr>
          <p:cNvCxnSpPr>
            <a:stCxn id="155" idx="2"/>
            <a:endCxn id="164" idx="1"/>
          </p:cNvCxnSpPr>
          <p:nvPr/>
        </p:nvCxnSpPr>
        <p:spPr>
          <a:xfrm>
            <a:off x="15940593" y="9033212"/>
            <a:ext cx="4383564" cy="4201650"/>
          </a:xfrm>
          <a:prstGeom prst="bentConnector3">
            <a:avLst>
              <a:gd name="adj1" fmla="val 9229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连接符: 肘形 263">
            <a:extLst>
              <a:ext uri="{FF2B5EF4-FFF2-40B4-BE49-F238E27FC236}">
                <a16:creationId xmlns:a16="http://schemas.microsoft.com/office/drawing/2014/main" id="{53DF5B13-1C6D-41A8-A2E9-2687D94C6935}"/>
              </a:ext>
            </a:extLst>
          </p:cNvPr>
          <p:cNvCxnSpPr>
            <a:endCxn id="164" idx="1"/>
          </p:cNvCxnSpPr>
          <p:nvPr/>
        </p:nvCxnSpPr>
        <p:spPr>
          <a:xfrm flipV="1">
            <a:off x="18616063" y="13234862"/>
            <a:ext cx="1708094" cy="1549035"/>
          </a:xfrm>
          <a:prstGeom prst="bentConnector3">
            <a:avLst>
              <a:gd name="adj1" fmla="val 8197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连接符: 肘形 266">
            <a:extLst>
              <a:ext uri="{FF2B5EF4-FFF2-40B4-BE49-F238E27FC236}">
                <a16:creationId xmlns:a16="http://schemas.microsoft.com/office/drawing/2014/main" id="{DD153776-7997-4964-A220-DED9BB1610BF}"/>
              </a:ext>
            </a:extLst>
          </p:cNvPr>
          <p:cNvCxnSpPr>
            <a:stCxn id="118" idx="2"/>
            <a:endCxn id="164" idx="1"/>
          </p:cNvCxnSpPr>
          <p:nvPr/>
        </p:nvCxnSpPr>
        <p:spPr>
          <a:xfrm flipV="1">
            <a:off x="15558565" y="13234862"/>
            <a:ext cx="4765592" cy="3249267"/>
          </a:xfrm>
          <a:prstGeom prst="bentConnector3">
            <a:avLst>
              <a:gd name="adj1" fmla="val 9317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连接符: 肘形 269">
            <a:extLst>
              <a:ext uri="{FF2B5EF4-FFF2-40B4-BE49-F238E27FC236}">
                <a16:creationId xmlns:a16="http://schemas.microsoft.com/office/drawing/2014/main" id="{ED1EBA2F-D732-4556-B2AD-D8F661A7192A}"/>
              </a:ext>
            </a:extLst>
          </p:cNvPr>
          <p:cNvCxnSpPr>
            <a:stCxn id="166" idx="3"/>
            <a:endCxn id="164" idx="1"/>
          </p:cNvCxnSpPr>
          <p:nvPr/>
        </p:nvCxnSpPr>
        <p:spPr>
          <a:xfrm>
            <a:off x="18370167" y="11044883"/>
            <a:ext cx="1953990" cy="2189979"/>
          </a:xfrm>
          <a:prstGeom prst="bentConnector3">
            <a:avLst>
              <a:gd name="adj1" fmla="val 8314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454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9</Words>
  <Application>Microsoft Office PowerPoint</Application>
  <PresentationFormat>自定义</PresentationFormat>
  <Paragraphs>9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佳慧 王</dc:creator>
  <cp:lastModifiedBy>佳慧 王</cp:lastModifiedBy>
  <cp:revision>41</cp:revision>
  <dcterms:created xsi:type="dcterms:W3CDTF">2025-07-27T08:06:49Z</dcterms:created>
  <dcterms:modified xsi:type="dcterms:W3CDTF">2025-07-28T10:45:40Z</dcterms:modified>
</cp:coreProperties>
</file>