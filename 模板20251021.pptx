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</p:sldIdLst>
  <p:sldSz cx="21599525" cy="32399288"/>
  <p:notesSz cx="6858000" cy="9144000"/>
  <p:defaultTextStyle>
    <a:defPPr>
      <a:defRPr lang="zh-CN"/>
    </a:defPPr>
    <a:lvl1pPr marL="0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1pPr>
    <a:lvl2pPr marL="1295933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2pPr>
    <a:lvl3pPr marL="2591867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3pPr>
    <a:lvl4pPr marL="3887800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4pPr>
    <a:lvl5pPr marL="5183734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5pPr>
    <a:lvl6pPr marL="6479667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6pPr>
    <a:lvl7pPr marL="7775600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7pPr>
    <a:lvl8pPr marL="9071534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8pPr>
    <a:lvl9pPr marL="10367467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DFB4"/>
    <a:srgbClr val="E2E2E2"/>
    <a:srgbClr val="FEFEFE"/>
    <a:srgbClr val="3A4C6B"/>
    <a:srgbClr val="F4F4F4"/>
    <a:srgbClr val="4D596C"/>
    <a:srgbClr val="FFF4CE"/>
    <a:srgbClr val="C62113"/>
    <a:srgbClr val="FFD966"/>
    <a:srgbClr val="4F5D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9" autoAdjust="0"/>
    <p:restoredTop sz="94660"/>
  </p:normalViewPr>
  <p:slideViewPr>
    <p:cSldViewPr snapToGrid="0">
      <p:cViewPr>
        <p:scale>
          <a:sx n="25" d="100"/>
          <a:sy n="25" d="100"/>
        </p:scale>
        <p:origin x="3282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BA3BFF-60CE-4B51-B36E-EB5C13A08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9941" y="5302386"/>
            <a:ext cx="16199644" cy="11279752"/>
          </a:xfrm>
        </p:spPr>
        <p:txBody>
          <a:bodyPr anchor="b"/>
          <a:lstStyle>
            <a:lvl1pPr algn="ctr">
              <a:defRPr sz="106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82F016-C046-4AD4-AE1D-567D1327B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4252"/>
            </a:lvl1pPr>
            <a:lvl2pPr marL="809976" indent="0" algn="ctr">
              <a:buNone/>
              <a:defRPr sz="3543"/>
            </a:lvl2pPr>
            <a:lvl3pPr marL="1619951" indent="0" algn="ctr">
              <a:buNone/>
              <a:defRPr sz="3189"/>
            </a:lvl3pPr>
            <a:lvl4pPr marL="2429927" indent="0" algn="ctr">
              <a:buNone/>
              <a:defRPr sz="2835"/>
            </a:lvl4pPr>
            <a:lvl5pPr marL="3239902" indent="0" algn="ctr">
              <a:buNone/>
              <a:defRPr sz="2835"/>
            </a:lvl5pPr>
            <a:lvl6pPr marL="4049878" indent="0" algn="ctr">
              <a:buNone/>
              <a:defRPr sz="2835"/>
            </a:lvl6pPr>
            <a:lvl7pPr marL="4859853" indent="0" algn="ctr">
              <a:buNone/>
              <a:defRPr sz="2835"/>
            </a:lvl7pPr>
            <a:lvl8pPr marL="5669829" indent="0" algn="ctr">
              <a:buNone/>
              <a:defRPr sz="2835"/>
            </a:lvl8pPr>
            <a:lvl9pPr marL="6479804" indent="0" algn="ctr">
              <a:buNone/>
              <a:defRPr sz="283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018FDF-0379-4697-BC0A-E48DC967F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8713DD-37B7-4672-BFAB-580A8B6BD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3D2E74-63E1-43ED-A179-F1F1BB36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325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8B7A0-09B1-4FFF-B546-3B8013726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B6C11-5F60-49CB-A2E2-C204CD655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CC3865-DD3C-49E9-9554-CEA7C5FDF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C62F34-25D1-4D39-A821-DB09BD5D1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FDF001-DEB4-4ED1-B0BC-44A9334C5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14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BE3A0-4832-4D93-9A39-A34071718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718" y="8077327"/>
            <a:ext cx="18629590" cy="13477201"/>
          </a:xfrm>
        </p:spPr>
        <p:txBody>
          <a:bodyPr anchor="b"/>
          <a:lstStyle>
            <a:lvl1pPr>
              <a:defRPr sz="106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664210-5744-4000-9650-77C73F71B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3718" y="21682028"/>
            <a:ext cx="18629590" cy="7087342"/>
          </a:xfrm>
        </p:spPr>
        <p:txBody>
          <a:bodyPr/>
          <a:lstStyle>
            <a:lvl1pPr marL="0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1pPr>
            <a:lvl2pPr marL="809976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2pPr>
            <a:lvl3pPr marL="1619951" indent="0">
              <a:buNone/>
              <a:defRPr sz="3189">
                <a:solidFill>
                  <a:schemeClr val="tx1">
                    <a:tint val="75000"/>
                  </a:schemeClr>
                </a:solidFill>
              </a:defRPr>
            </a:lvl3pPr>
            <a:lvl4pPr marL="242992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4pPr>
            <a:lvl5pPr marL="3239902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5pPr>
            <a:lvl6pPr marL="4049878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6pPr>
            <a:lvl7pPr marL="4859853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7pPr>
            <a:lvl8pPr marL="5669829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8pPr>
            <a:lvl9pPr marL="6479804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EF42D9-F7F4-4797-A429-9B68162C1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90F64-F000-40EA-85E6-B97E1A581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31F43C-0528-43D3-B502-F6DDDF84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072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9D2D2-3DB9-4407-9A98-65C54421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D8E30A-3C5A-485C-994D-9FD7F509F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B3907F-4E27-414D-B6F0-0A437DF2B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AA4BB0-52E7-450B-A62C-0EC996ED5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29E07A-021D-4351-B4DB-681D35531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ED974F-FAFD-4EE8-BC28-89AB2A46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97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8A595-99E1-49AD-ADE2-523E34A30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1" y="1724964"/>
            <a:ext cx="18629590" cy="62623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56B76C-BE1B-4CB1-9736-9F5D055E0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7781" y="7942328"/>
            <a:ext cx="9137611" cy="3892412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09976" indent="0">
              <a:buNone/>
              <a:defRPr sz="3543" b="1"/>
            </a:lvl2pPr>
            <a:lvl3pPr marL="1619951" indent="0">
              <a:buNone/>
              <a:defRPr sz="3189" b="1"/>
            </a:lvl3pPr>
            <a:lvl4pPr marL="2429927" indent="0">
              <a:buNone/>
              <a:defRPr sz="2835" b="1"/>
            </a:lvl4pPr>
            <a:lvl5pPr marL="3239902" indent="0">
              <a:buNone/>
              <a:defRPr sz="2835" b="1"/>
            </a:lvl5pPr>
            <a:lvl6pPr marL="4049878" indent="0">
              <a:buNone/>
              <a:defRPr sz="2835" b="1"/>
            </a:lvl6pPr>
            <a:lvl7pPr marL="4859853" indent="0">
              <a:buNone/>
              <a:defRPr sz="2835" b="1"/>
            </a:lvl7pPr>
            <a:lvl8pPr marL="5669829" indent="0">
              <a:buNone/>
              <a:defRPr sz="2835" b="1"/>
            </a:lvl8pPr>
            <a:lvl9pPr marL="6479804" indent="0">
              <a:buNone/>
              <a:defRPr sz="28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A8BF3C-8EBF-4C79-B435-521833CC7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7781" y="11834740"/>
            <a:ext cx="9137611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0794EB-B22E-4F61-8DD7-B762A8685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934760" y="7942328"/>
            <a:ext cx="9182611" cy="3892412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09976" indent="0">
              <a:buNone/>
              <a:defRPr sz="3543" b="1"/>
            </a:lvl2pPr>
            <a:lvl3pPr marL="1619951" indent="0">
              <a:buNone/>
              <a:defRPr sz="3189" b="1"/>
            </a:lvl3pPr>
            <a:lvl4pPr marL="2429927" indent="0">
              <a:buNone/>
              <a:defRPr sz="2835" b="1"/>
            </a:lvl4pPr>
            <a:lvl5pPr marL="3239902" indent="0">
              <a:buNone/>
              <a:defRPr sz="2835" b="1"/>
            </a:lvl5pPr>
            <a:lvl6pPr marL="4049878" indent="0">
              <a:buNone/>
              <a:defRPr sz="2835" b="1"/>
            </a:lvl6pPr>
            <a:lvl7pPr marL="4859853" indent="0">
              <a:buNone/>
              <a:defRPr sz="2835" b="1"/>
            </a:lvl7pPr>
            <a:lvl8pPr marL="5669829" indent="0">
              <a:buNone/>
              <a:defRPr sz="2835" b="1"/>
            </a:lvl8pPr>
            <a:lvl9pPr marL="6479804" indent="0">
              <a:buNone/>
              <a:defRPr sz="28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F37BA5F-E019-461A-B210-2944E1CA2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934760" y="11834740"/>
            <a:ext cx="9182611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9C50DF-6BE9-4323-8933-D3513FB8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687170-329F-4EF7-8D1B-83BEFB8D5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540117-D66F-4CFC-9394-3EB082AF6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92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AD7F0-3ABD-4314-8E72-15A5C54E8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5C68EC-2FF8-4805-9BF9-BA4A5AED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A8F347-8653-424D-A3BD-F6F96B035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A2B886-D98B-4BA6-B718-3F0BAFAA5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736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2B3A6E-64C7-498D-AD23-3A3E7F02B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5C3B02-CBFB-43AE-8848-C3A5D5960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D7A36D-B2A1-4A3E-8A3D-7211C7C1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353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D43D1-A715-443A-A6B6-65103468F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2" y="2159952"/>
            <a:ext cx="6966408" cy="7559834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8EE993-42B3-466A-9E19-A32D8CBB2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2611" y="4664900"/>
            <a:ext cx="10934760" cy="23024494"/>
          </a:xfrm>
        </p:spPr>
        <p:txBody>
          <a:bodyPr/>
          <a:lstStyle>
            <a:lvl1pPr>
              <a:defRPr sz="5669"/>
            </a:lvl1pPr>
            <a:lvl2pPr>
              <a:defRPr sz="4960"/>
            </a:lvl2pPr>
            <a:lvl3pPr>
              <a:defRPr sz="4252"/>
            </a:lvl3pPr>
            <a:lvl4pPr>
              <a:defRPr sz="3543"/>
            </a:lvl4pPr>
            <a:lvl5pPr>
              <a:defRPr sz="3543"/>
            </a:lvl5pPr>
            <a:lvl6pPr>
              <a:defRPr sz="3543"/>
            </a:lvl6pPr>
            <a:lvl7pPr>
              <a:defRPr sz="3543"/>
            </a:lvl7pPr>
            <a:lvl8pPr>
              <a:defRPr sz="3543"/>
            </a:lvl8pPr>
            <a:lvl9pPr>
              <a:defRPr sz="354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36C5B0-DEFB-4CF6-984D-BFFCC4494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7782" y="9719786"/>
            <a:ext cx="6966408" cy="18007107"/>
          </a:xfrm>
        </p:spPr>
        <p:txBody>
          <a:bodyPr/>
          <a:lstStyle>
            <a:lvl1pPr marL="0" indent="0">
              <a:buNone/>
              <a:defRPr sz="2835"/>
            </a:lvl1pPr>
            <a:lvl2pPr marL="809976" indent="0">
              <a:buNone/>
              <a:defRPr sz="2480"/>
            </a:lvl2pPr>
            <a:lvl3pPr marL="1619951" indent="0">
              <a:buNone/>
              <a:defRPr sz="2126"/>
            </a:lvl3pPr>
            <a:lvl4pPr marL="2429927" indent="0">
              <a:buNone/>
              <a:defRPr sz="1772"/>
            </a:lvl4pPr>
            <a:lvl5pPr marL="3239902" indent="0">
              <a:buNone/>
              <a:defRPr sz="1772"/>
            </a:lvl5pPr>
            <a:lvl6pPr marL="4049878" indent="0">
              <a:buNone/>
              <a:defRPr sz="1772"/>
            </a:lvl6pPr>
            <a:lvl7pPr marL="4859853" indent="0">
              <a:buNone/>
              <a:defRPr sz="1772"/>
            </a:lvl7pPr>
            <a:lvl8pPr marL="5669829" indent="0">
              <a:buNone/>
              <a:defRPr sz="1772"/>
            </a:lvl8pPr>
            <a:lvl9pPr marL="6479804" indent="0">
              <a:buNone/>
              <a:defRPr sz="17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501D0D-CA62-4300-B6D6-D497FB0D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16F78B-7E70-41CE-8344-DCA0D21C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690E65-8EC8-438F-8888-3E48E68F8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01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220D8-C129-469F-93F9-1B9C2CDC2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2" y="2159952"/>
            <a:ext cx="6966408" cy="7559834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2253ED-A32E-494E-A7F0-01C7E36CA7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182611" y="4664900"/>
            <a:ext cx="10934760" cy="23024494"/>
          </a:xfrm>
        </p:spPr>
        <p:txBody>
          <a:bodyPr/>
          <a:lstStyle>
            <a:lvl1pPr marL="0" indent="0">
              <a:buNone/>
              <a:defRPr sz="5669"/>
            </a:lvl1pPr>
            <a:lvl2pPr marL="809976" indent="0">
              <a:buNone/>
              <a:defRPr sz="4960"/>
            </a:lvl2pPr>
            <a:lvl3pPr marL="1619951" indent="0">
              <a:buNone/>
              <a:defRPr sz="4252"/>
            </a:lvl3pPr>
            <a:lvl4pPr marL="2429927" indent="0">
              <a:buNone/>
              <a:defRPr sz="3543"/>
            </a:lvl4pPr>
            <a:lvl5pPr marL="3239902" indent="0">
              <a:buNone/>
              <a:defRPr sz="3543"/>
            </a:lvl5pPr>
            <a:lvl6pPr marL="4049878" indent="0">
              <a:buNone/>
              <a:defRPr sz="3543"/>
            </a:lvl6pPr>
            <a:lvl7pPr marL="4859853" indent="0">
              <a:buNone/>
              <a:defRPr sz="3543"/>
            </a:lvl7pPr>
            <a:lvl8pPr marL="5669829" indent="0">
              <a:buNone/>
              <a:defRPr sz="3543"/>
            </a:lvl8pPr>
            <a:lvl9pPr marL="6479804" indent="0">
              <a:buNone/>
              <a:defRPr sz="3543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E4B592-2F6F-4BFA-81BC-2CB9CFD91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7782" y="9719786"/>
            <a:ext cx="6966408" cy="18007107"/>
          </a:xfrm>
        </p:spPr>
        <p:txBody>
          <a:bodyPr/>
          <a:lstStyle>
            <a:lvl1pPr marL="0" indent="0">
              <a:buNone/>
              <a:defRPr sz="2835"/>
            </a:lvl1pPr>
            <a:lvl2pPr marL="809976" indent="0">
              <a:buNone/>
              <a:defRPr sz="2480"/>
            </a:lvl2pPr>
            <a:lvl3pPr marL="1619951" indent="0">
              <a:buNone/>
              <a:defRPr sz="2126"/>
            </a:lvl3pPr>
            <a:lvl4pPr marL="2429927" indent="0">
              <a:buNone/>
              <a:defRPr sz="1772"/>
            </a:lvl4pPr>
            <a:lvl5pPr marL="3239902" indent="0">
              <a:buNone/>
              <a:defRPr sz="1772"/>
            </a:lvl5pPr>
            <a:lvl6pPr marL="4049878" indent="0">
              <a:buNone/>
              <a:defRPr sz="1772"/>
            </a:lvl6pPr>
            <a:lvl7pPr marL="4859853" indent="0">
              <a:buNone/>
              <a:defRPr sz="1772"/>
            </a:lvl7pPr>
            <a:lvl8pPr marL="5669829" indent="0">
              <a:buNone/>
              <a:defRPr sz="1772"/>
            </a:lvl8pPr>
            <a:lvl9pPr marL="6479804" indent="0">
              <a:buNone/>
              <a:defRPr sz="17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A85A1A-808F-4186-8902-2B0B85414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D54A1F-2D4B-4760-8156-89E8337A6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770878-14A7-4FA7-914C-163C6F9B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431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FF2ADA-44B4-4D71-9D73-478D7FF65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AB48BF-9A5F-465A-AB2B-F8A890800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33FF6D-F024-42A3-A32F-054D8C21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A194C6-3746-4C25-8FAF-D990AFA94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EF76FA-ABFC-4D91-8DC4-AAF6BE394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13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E8063A-69C0-43C8-B3A6-06B845D78C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457160" y="1724962"/>
            <a:ext cx="4657398" cy="274568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2ED562-4B7A-436F-B198-4DC8F35AE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84967" y="1724962"/>
            <a:ext cx="13702199" cy="274568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30F297-6540-4353-A471-EC2E50CE4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D26D1-A2CA-45BD-BAE3-E1602045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C36C6D-A9BB-4F5C-9FD0-200AA8E8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4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705FFD-B499-43FE-8328-AC8B3E649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968" y="1724964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84EE8D-9696-4FC3-9728-C0DE15D8B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7927CA-E13D-49A2-B38B-B8F610B9C9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84967" y="30029342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B2B3E-2E31-41B3-8B43-E1485D50A243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724A2A-418F-4078-84A9-834D497F9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4843" y="30029342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A55A0A-1EBB-4E98-A9A4-9C042BAAA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54665" y="30029342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72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619951" rtl="0" eaLnBrk="1" latinLnBrk="0" hangingPunct="1">
        <a:lnSpc>
          <a:spcPct val="90000"/>
        </a:lnSpc>
        <a:spcBef>
          <a:spcPct val="0"/>
        </a:spcBef>
        <a:buNone/>
        <a:defRPr sz="77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4988" indent="-404988" algn="l" defTabSz="1619951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4960" kern="1200">
          <a:solidFill>
            <a:schemeClr val="tx1"/>
          </a:solidFill>
          <a:latin typeface="+mn-lt"/>
          <a:ea typeface="+mn-ea"/>
          <a:cs typeface="+mn-cs"/>
        </a:defRPr>
      </a:lvl1pPr>
      <a:lvl2pPr marL="1214963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024939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834914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644890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454865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5264841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6074816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884792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1pPr>
      <a:lvl2pPr marL="809976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2pPr>
      <a:lvl3pPr marL="1619951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3pPr>
      <a:lvl4pPr marL="2429927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239902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049878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4859853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5669829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479804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7CEBF011-DFFB-44BA-9169-85A8B0DC4AB4}"/>
              </a:ext>
            </a:extLst>
          </p:cNvPr>
          <p:cNvSpPr/>
          <p:nvPr/>
        </p:nvSpPr>
        <p:spPr>
          <a:xfrm>
            <a:off x="189366" y="6604133"/>
            <a:ext cx="3524250" cy="3200400"/>
          </a:xfrm>
          <a:prstGeom prst="roundRect">
            <a:avLst/>
          </a:prstGeom>
          <a:solidFill>
            <a:srgbClr val="DEEBF7"/>
          </a:solidFill>
          <a:ln w="38100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F91BF80-8F99-4AC3-809C-06D45A88614A}"/>
              </a:ext>
            </a:extLst>
          </p:cNvPr>
          <p:cNvSpPr/>
          <p:nvPr/>
        </p:nvSpPr>
        <p:spPr>
          <a:xfrm>
            <a:off x="189366" y="10411250"/>
            <a:ext cx="3524250" cy="3200400"/>
          </a:xfrm>
          <a:prstGeom prst="roundRect">
            <a:avLst/>
          </a:prstGeom>
          <a:solidFill>
            <a:srgbClr val="DEEBF7"/>
          </a:solidFill>
          <a:ln w="38100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11B9620F-3F6F-4701-80D5-D930E24D8CB1}"/>
              </a:ext>
            </a:extLst>
          </p:cNvPr>
          <p:cNvSpPr/>
          <p:nvPr/>
        </p:nvSpPr>
        <p:spPr>
          <a:xfrm>
            <a:off x="3825240" y="7918583"/>
            <a:ext cx="533400" cy="711067"/>
          </a:xfrm>
          <a:prstGeom prst="rightArrow">
            <a:avLst/>
          </a:prstGeom>
          <a:ln>
            <a:solidFill>
              <a:srgbClr val="447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400A0DF-9CA8-41B6-8316-BF988945383F}"/>
              </a:ext>
            </a:extLst>
          </p:cNvPr>
          <p:cNvSpPr/>
          <p:nvPr/>
        </p:nvSpPr>
        <p:spPr>
          <a:xfrm>
            <a:off x="189366" y="2797016"/>
            <a:ext cx="3524250" cy="3200400"/>
          </a:xfrm>
          <a:prstGeom prst="roundRect">
            <a:avLst/>
          </a:prstGeom>
          <a:solidFill>
            <a:srgbClr val="DEEBF7"/>
          </a:solidFill>
          <a:ln w="38100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0D314482-3599-4AE0-8756-E3E0AF3E3F4E}"/>
              </a:ext>
            </a:extLst>
          </p:cNvPr>
          <p:cNvSpPr/>
          <p:nvPr/>
        </p:nvSpPr>
        <p:spPr>
          <a:xfrm>
            <a:off x="3825240" y="4118108"/>
            <a:ext cx="533400" cy="711067"/>
          </a:xfrm>
          <a:prstGeom prst="rightArrow">
            <a:avLst/>
          </a:prstGeom>
          <a:ln>
            <a:solidFill>
              <a:srgbClr val="447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28611B06-D119-4C64-BBDF-74E7563176C0}"/>
              </a:ext>
            </a:extLst>
          </p:cNvPr>
          <p:cNvSpPr/>
          <p:nvPr/>
        </p:nvSpPr>
        <p:spPr>
          <a:xfrm>
            <a:off x="3825240" y="11655916"/>
            <a:ext cx="533400" cy="711067"/>
          </a:xfrm>
          <a:prstGeom prst="rightArrow">
            <a:avLst/>
          </a:prstGeom>
          <a:ln>
            <a:solidFill>
              <a:srgbClr val="447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F3F198E-ECB7-47EA-8392-FB941FB55465}"/>
              </a:ext>
            </a:extLst>
          </p:cNvPr>
          <p:cNvSpPr/>
          <p:nvPr/>
        </p:nvSpPr>
        <p:spPr>
          <a:xfrm>
            <a:off x="4464344" y="2798062"/>
            <a:ext cx="13106400" cy="10622042"/>
          </a:xfrm>
          <a:prstGeom prst="roundRect">
            <a:avLst>
              <a:gd name="adj" fmla="val 3381"/>
            </a:avLst>
          </a:prstGeom>
          <a:solidFill>
            <a:srgbClr val="F4F4F4"/>
          </a:solidFill>
          <a:ln w="38100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FEEB2A4-D65D-4AD8-B771-12FD8BA2337E}"/>
              </a:ext>
            </a:extLst>
          </p:cNvPr>
          <p:cNvSpPr/>
          <p:nvPr/>
        </p:nvSpPr>
        <p:spPr>
          <a:xfrm>
            <a:off x="4914900" y="3843975"/>
            <a:ext cx="3409950" cy="9334500"/>
          </a:xfrm>
          <a:prstGeom prst="roundRect">
            <a:avLst>
              <a:gd name="adj" fmla="val 6722"/>
            </a:avLst>
          </a:prstGeom>
          <a:solidFill>
            <a:srgbClr val="FEFEF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6FD4AAF-67A2-4F3D-814B-4026E88BCFD2}"/>
              </a:ext>
            </a:extLst>
          </p:cNvPr>
          <p:cNvSpPr/>
          <p:nvPr/>
        </p:nvSpPr>
        <p:spPr>
          <a:xfrm>
            <a:off x="8591550" y="3843975"/>
            <a:ext cx="4683126" cy="3814125"/>
          </a:xfrm>
          <a:prstGeom prst="roundRect">
            <a:avLst>
              <a:gd name="adj" fmla="val 6722"/>
            </a:avLst>
          </a:prstGeom>
          <a:solidFill>
            <a:srgbClr val="FEFEF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046210E-B314-43CF-A54F-FFBBAEC36103}"/>
              </a:ext>
            </a:extLst>
          </p:cNvPr>
          <p:cNvSpPr/>
          <p:nvPr/>
        </p:nvSpPr>
        <p:spPr>
          <a:xfrm>
            <a:off x="8591550" y="9216075"/>
            <a:ext cx="4683126" cy="3814125"/>
          </a:xfrm>
          <a:prstGeom prst="roundRect">
            <a:avLst>
              <a:gd name="adj" fmla="val 6722"/>
            </a:avLst>
          </a:prstGeom>
          <a:solidFill>
            <a:srgbClr val="FEFEF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1478FD3-9E63-42BD-B9CF-898BD21BF001}"/>
              </a:ext>
            </a:extLst>
          </p:cNvPr>
          <p:cNvSpPr/>
          <p:nvPr/>
        </p:nvSpPr>
        <p:spPr>
          <a:xfrm>
            <a:off x="13547898" y="3843974"/>
            <a:ext cx="3409950" cy="9186226"/>
          </a:xfrm>
          <a:prstGeom prst="roundRect">
            <a:avLst>
              <a:gd name="adj" fmla="val 6722"/>
            </a:avLst>
          </a:prstGeom>
          <a:solidFill>
            <a:srgbClr val="FEFEF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968A2CD-B31C-4DE5-97F8-5E4632DF5B71}"/>
              </a:ext>
            </a:extLst>
          </p:cNvPr>
          <p:cNvSpPr/>
          <p:nvPr/>
        </p:nvSpPr>
        <p:spPr>
          <a:xfrm>
            <a:off x="5149986" y="4736306"/>
            <a:ext cx="2946264" cy="811054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38100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8E6B9F6-AF8F-4066-8961-F39A8EDD2BF4}"/>
              </a:ext>
            </a:extLst>
          </p:cNvPr>
          <p:cNvSpPr/>
          <p:nvPr/>
        </p:nvSpPr>
        <p:spPr>
          <a:xfrm>
            <a:off x="5149986" y="7593806"/>
            <a:ext cx="2946264" cy="811054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38100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141582F-7AC7-4FB0-9D21-DB4982D839FA}"/>
              </a:ext>
            </a:extLst>
          </p:cNvPr>
          <p:cNvSpPr/>
          <p:nvPr/>
        </p:nvSpPr>
        <p:spPr>
          <a:xfrm>
            <a:off x="5149986" y="10197201"/>
            <a:ext cx="2946264" cy="811054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38100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966A2A3-04F8-45F6-B011-7D33233E6816}"/>
              </a:ext>
            </a:extLst>
          </p:cNvPr>
          <p:cNvSpPr/>
          <p:nvPr/>
        </p:nvSpPr>
        <p:spPr>
          <a:xfrm>
            <a:off x="11055644" y="4736306"/>
            <a:ext cx="2038056" cy="811054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38100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E8B6F73-F043-44E3-9F7C-A4C4D34EF31D}"/>
              </a:ext>
            </a:extLst>
          </p:cNvPr>
          <p:cNvSpPr/>
          <p:nvPr/>
        </p:nvSpPr>
        <p:spPr>
          <a:xfrm>
            <a:off x="11055644" y="5752306"/>
            <a:ext cx="2038056" cy="707471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38100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52AD7AA-0F7C-4C76-AD3D-758FF128CC2D}"/>
              </a:ext>
            </a:extLst>
          </p:cNvPr>
          <p:cNvSpPr/>
          <p:nvPr/>
        </p:nvSpPr>
        <p:spPr>
          <a:xfrm>
            <a:off x="11055644" y="6664723"/>
            <a:ext cx="2038056" cy="811054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38100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A3F31B7-CFB9-4F4D-9AB6-5A4FC47B26AB}"/>
              </a:ext>
            </a:extLst>
          </p:cNvPr>
          <p:cNvSpPr/>
          <p:nvPr/>
        </p:nvSpPr>
        <p:spPr>
          <a:xfrm>
            <a:off x="8858544" y="6664723"/>
            <a:ext cx="2038056" cy="811054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38100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十字 19">
            <a:extLst>
              <a:ext uri="{FF2B5EF4-FFF2-40B4-BE49-F238E27FC236}">
                <a16:creationId xmlns:a16="http://schemas.microsoft.com/office/drawing/2014/main" id="{E5C96C6C-AED6-4E7E-A3F0-63DF6F86A453}"/>
              </a:ext>
            </a:extLst>
          </p:cNvPr>
          <p:cNvSpPr/>
          <p:nvPr/>
        </p:nvSpPr>
        <p:spPr>
          <a:xfrm>
            <a:off x="8496300" y="7658100"/>
            <a:ext cx="4914900" cy="1549400"/>
          </a:xfrm>
          <a:prstGeom prst="quadArrow">
            <a:avLst>
              <a:gd name="adj1" fmla="val 29456"/>
              <a:gd name="adj2" fmla="val 22500"/>
              <a:gd name="adj3" fmla="val 225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57F1818-837E-4E19-A441-50B9D8628DA3}"/>
              </a:ext>
            </a:extLst>
          </p:cNvPr>
          <p:cNvSpPr/>
          <p:nvPr/>
        </p:nvSpPr>
        <p:spPr>
          <a:xfrm>
            <a:off x="10611144" y="10071100"/>
            <a:ext cx="2533356" cy="7493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38100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3A0E3CF-B521-45D1-84E7-BDE0EF31FA4D}"/>
              </a:ext>
            </a:extLst>
          </p:cNvPr>
          <p:cNvSpPr/>
          <p:nvPr/>
        </p:nvSpPr>
        <p:spPr>
          <a:xfrm>
            <a:off x="10611144" y="11041275"/>
            <a:ext cx="2533356" cy="7493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38100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4B80DDB-0D68-4A48-969A-CC870CD0EB88}"/>
              </a:ext>
            </a:extLst>
          </p:cNvPr>
          <p:cNvSpPr/>
          <p:nvPr/>
        </p:nvSpPr>
        <p:spPr>
          <a:xfrm>
            <a:off x="10611144" y="12011450"/>
            <a:ext cx="2533356" cy="7493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38100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311193E-62FD-4DEB-9A9B-0DFA7A73E582}"/>
              </a:ext>
            </a:extLst>
          </p:cNvPr>
          <p:cNvSpPr/>
          <p:nvPr/>
        </p:nvSpPr>
        <p:spPr>
          <a:xfrm>
            <a:off x="13900444" y="11287550"/>
            <a:ext cx="2749256" cy="14732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38100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5C8C233-010E-4374-BF63-8B20CF38087C}"/>
              </a:ext>
            </a:extLst>
          </p:cNvPr>
          <p:cNvSpPr/>
          <p:nvPr/>
        </p:nvSpPr>
        <p:spPr>
          <a:xfrm>
            <a:off x="13900444" y="8813800"/>
            <a:ext cx="2749256" cy="13716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38100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745DB77-6E9B-4244-B773-11442B8246D9}"/>
              </a:ext>
            </a:extLst>
          </p:cNvPr>
          <p:cNvSpPr/>
          <p:nvPr/>
        </p:nvSpPr>
        <p:spPr>
          <a:xfrm>
            <a:off x="13900444" y="6819900"/>
            <a:ext cx="2749256" cy="13716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38100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6B17DF3-345C-4BDC-A30E-D14E4B01430A}"/>
              </a:ext>
            </a:extLst>
          </p:cNvPr>
          <p:cNvSpPr/>
          <p:nvPr/>
        </p:nvSpPr>
        <p:spPr>
          <a:xfrm>
            <a:off x="13900444" y="4892250"/>
            <a:ext cx="2749256" cy="1371600"/>
          </a:xfrm>
          <a:prstGeom prst="roundRect">
            <a:avLst>
              <a:gd name="adj" fmla="val 0"/>
            </a:avLst>
          </a:prstGeom>
          <a:solidFill>
            <a:srgbClr val="DEEBF7"/>
          </a:solidFill>
          <a:ln w="38100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363DF2A4-4189-4347-9607-4A1CF58BEC37}"/>
              </a:ext>
            </a:extLst>
          </p:cNvPr>
          <p:cNvSpPr/>
          <p:nvPr/>
        </p:nvSpPr>
        <p:spPr>
          <a:xfrm>
            <a:off x="18504013" y="2753472"/>
            <a:ext cx="2614273" cy="10638677"/>
          </a:xfrm>
          <a:prstGeom prst="roundRect">
            <a:avLst/>
          </a:prstGeom>
          <a:solidFill>
            <a:srgbClr val="DEEBF7"/>
          </a:solidFill>
          <a:ln w="38100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左右 28">
            <a:extLst>
              <a:ext uri="{FF2B5EF4-FFF2-40B4-BE49-F238E27FC236}">
                <a16:creationId xmlns:a16="http://schemas.microsoft.com/office/drawing/2014/main" id="{717AD4F9-F549-4001-91DC-C78FD5DCE495}"/>
              </a:ext>
            </a:extLst>
          </p:cNvPr>
          <p:cNvSpPr/>
          <p:nvPr/>
        </p:nvSpPr>
        <p:spPr>
          <a:xfrm>
            <a:off x="17551513" y="7915275"/>
            <a:ext cx="952500" cy="774700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BED27FE-589A-44F4-B785-4C1E96F4194C}"/>
              </a:ext>
            </a:extLst>
          </p:cNvPr>
          <p:cNvSpPr txBox="1"/>
          <p:nvPr/>
        </p:nvSpPr>
        <p:spPr>
          <a:xfrm>
            <a:off x="14839950" y="10234257"/>
            <a:ext cx="80983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/>
              <a:t>…</a:t>
            </a:r>
            <a:endParaRPr lang="zh-CN" altLang="en-US" sz="6000" b="1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3E3F610F-6CC9-4C83-898E-C24B74675E8D}"/>
              </a:ext>
            </a:extLst>
          </p:cNvPr>
          <p:cNvSpPr/>
          <p:nvPr/>
        </p:nvSpPr>
        <p:spPr>
          <a:xfrm>
            <a:off x="292100" y="14541500"/>
            <a:ext cx="6687760" cy="5518150"/>
          </a:xfrm>
          <a:prstGeom prst="roundRect">
            <a:avLst>
              <a:gd name="adj" fmla="val 8579"/>
            </a:avLst>
          </a:prstGeom>
          <a:solidFill>
            <a:schemeClr val="bg1"/>
          </a:solidFill>
          <a:ln w="28575">
            <a:solidFill>
              <a:srgbClr val="85670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67D054B-717C-4935-9F41-4409473C183F}"/>
              </a:ext>
            </a:extLst>
          </p:cNvPr>
          <p:cNvSpPr/>
          <p:nvPr/>
        </p:nvSpPr>
        <p:spPr>
          <a:xfrm>
            <a:off x="601285" y="15011400"/>
            <a:ext cx="6115050" cy="1188244"/>
          </a:xfrm>
          <a:prstGeom prst="rect">
            <a:avLst/>
          </a:prstGeom>
          <a:solidFill>
            <a:srgbClr val="F8CAAC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8A18EE1-0F6F-4E15-B9F1-9D77E3EDDFCF}"/>
              </a:ext>
            </a:extLst>
          </p:cNvPr>
          <p:cNvSpPr/>
          <p:nvPr/>
        </p:nvSpPr>
        <p:spPr>
          <a:xfrm>
            <a:off x="601285" y="18345150"/>
            <a:ext cx="2237165" cy="1257300"/>
          </a:xfrm>
          <a:prstGeom prst="roundRect">
            <a:avLst/>
          </a:prstGeom>
          <a:solidFill>
            <a:srgbClr val="E1EFD9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A3B58F36-FF05-4819-9AB1-0F8AFC028636}"/>
              </a:ext>
            </a:extLst>
          </p:cNvPr>
          <p:cNvSpPr/>
          <p:nvPr/>
        </p:nvSpPr>
        <p:spPr>
          <a:xfrm>
            <a:off x="3039685" y="18345150"/>
            <a:ext cx="3676650" cy="1257300"/>
          </a:xfrm>
          <a:prstGeom prst="roundRect">
            <a:avLst/>
          </a:prstGeom>
          <a:solidFill>
            <a:srgbClr val="FFD966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9F34368A-67CE-45CB-937F-BD771492774D}"/>
              </a:ext>
            </a:extLst>
          </p:cNvPr>
          <p:cNvSpPr/>
          <p:nvPr/>
        </p:nvSpPr>
        <p:spPr>
          <a:xfrm rot="16200000">
            <a:off x="3452237" y="16253221"/>
            <a:ext cx="413147" cy="419100"/>
          </a:xfrm>
          <a:prstGeom prst="rightArrow">
            <a:avLst/>
          </a:prstGeom>
          <a:solidFill>
            <a:srgbClr val="94949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F8BAB859-0A38-4A5A-89F1-73FDDEF9EFBC}"/>
              </a:ext>
            </a:extLst>
          </p:cNvPr>
          <p:cNvSpPr/>
          <p:nvPr/>
        </p:nvSpPr>
        <p:spPr>
          <a:xfrm rot="16200000">
            <a:off x="4708346" y="17943314"/>
            <a:ext cx="339328" cy="419100"/>
          </a:xfrm>
          <a:prstGeom prst="rightArrow">
            <a:avLst/>
          </a:prstGeom>
          <a:solidFill>
            <a:srgbClr val="94949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2720A553-82D2-4BA7-9A04-FE4BB4CA79D7}"/>
              </a:ext>
            </a:extLst>
          </p:cNvPr>
          <p:cNvSpPr/>
          <p:nvPr/>
        </p:nvSpPr>
        <p:spPr>
          <a:xfrm rot="16200000">
            <a:off x="1593671" y="17939742"/>
            <a:ext cx="339328" cy="419100"/>
          </a:xfrm>
          <a:prstGeom prst="rightArrow">
            <a:avLst/>
          </a:prstGeom>
          <a:solidFill>
            <a:srgbClr val="94949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7020B012-9EE8-45B0-B17A-3D62CC04A751}"/>
              </a:ext>
            </a:extLst>
          </p:cNvPr>
          <p:cNvSpPr/>
          <p:nvPr/>
        </p:nvSpPr>
        <p:spPr>
          <a:xfrm>
            <a:off x="601285" y="16725900"/>
            <a:ext cx="6115050" cy="1257300"/>
          </a:xfrm>
          <a:prstGeom prst="roundRect">
            <a:avLst/>
          </a:prstGeom>
          <a:solidFill>
            <a:srgbClr val="DAE2F3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1DBC1E04-B1DC-46A9-B0C0-9EA97A38975A}"/>
              </a:ext>
            </a:extLst>
          </p:cNvPr>
          <p:cNvSpPr/>
          <p:nvPr/>
        </p:nvSpPr>
        <p:spPr>
          <a:xfrm>
            <a:off x="7238244" y="14528800"/>
            <a:ext cx="8243055" cy="5892800"/>
          </a:xfrm>
          <a:prstGeom prst="roundRect">
            <a:avLst>
              <a:gd name="adj" fmla="val 8579"/>
            </a:avLst>
          </a:prstGeom>
          <a:solidFill>
            <a:schemeClr val="bg1"/>
          </a:solidFill>
          <a:ln w="28575">
            <a:solidFill>
              <a:srgbClr val="85670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163EA5A1-6E9A-4796-A922-C11B26437F71}"/>
              </a:ext>
            </a:extLst>
          </p:cNvPr>
          <p:cNvSpPr/>
          <p:nvPr/>
        </p:nvSpPr>
        <p:spPr>
          <a:xfrm>
            <a:off x="15772645" y="14528800"/>
            <a:ext cx="5582406" cy="5892800"/>
          </a:xfrm>
          <a:prstGeom prst="roundRect">
            <a:avLst>
              <a:gd name="adj" fmla="val 8579"/>
            </a:avLst>
          </a:prstGeom>
          <a:solidFill>
            <a:schemeClr val="bg1"/>
          </a:solidFill>
          <a:ln w="28575">
            <a:solidFill>
              <a:srgbClr val="85670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587D8275-46C2-4B8F-86EF-80837F5EB81F}"/>
              </a:ext>
            </a:extLst>
          </p:cNvPr>
          <p:cNvSpPr/>
          <p:nvPr/>
        </p:nvSpPr>
        <p:spPr>
          <a:xfrm>
            <a:off x="336084" y="20617532"/>
            <a:ext cx="20955756" cy="6276718"/>
          </a:xfrm>
          <a:prstGeom prst="roundRect">
            <a:avLst>
              <a:gd name="adj" fmla="val 8579"/>
            </a:avLst>
          </a:prstGeom>
          <a:solidFill>
            <a:srgbClr val="FFF1CC"/>
          </a:solidFill>
          <a:ln w="28575">
            <a:solidFill>
              <a:srgbClr val="85670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38B08DA7-4293-40FC-8141-5F16EDF58FAE}"/>
              </a:ext>
            </a:extLst>
          </p:cNvPr>
          <p:cNvSpPr/>
          <p:nvPr/>
        </p:nvSpPr>
        <p:spPr>
          <a:xfrm>
            <a:off x="7467601" y="15005844"/>
            <a:ext cx="1905000" cy="5072856"/>
          </a:xfrm>
          <a:prstGeom prst="roundRect">
            <a:avLst/>
          </a:prstGeom>
          <a:solidFill>
            <a:srgbClr val="F8CAAC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78F0D14A-2520-4B13-8289-ED6F6F6C2031}"/>
              </a:ext>
            </a:extLst>
          </p:cNvPr>
          <p:cNvSpPr/>
          <p:nvPr/>
        </p:nvSpPr>
        <p:spPr>
          <a:xfrm>
            <a:off x="10363200" y="15005844"/>
            <a:ext cx="2654300" cy="919956"/>
          </a:xfrm>
          <a:prstGeom prst="roundRect">
            <a:avLst/>
          </a:prstGeom>
          <a:solidFill>
            <a:srgbClr val="FFD966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46CB03CD-F4AD-4B4D-891F-72F6D864AAD3}"/>
              </a:ext>
            </a:extLst>
          </p:cNvPr>
          <p:cNvSpPr/>
          <p:nvPr/>
        </p:nvSpPr>
        <p:spPr>
          <a:xfrm>
            <a:off x="10363200" y="16340630"/>
            <a:ext cx="2654300" cy="919956"/>
          </a:xfrm>
          <a:prstGeom prst="roundRect">
            <a:avLst/>
          </a:prstGeom>
          <a:solidFill>
            <a:srgbClr val="FFD966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BAE15FF1-F4F5-43C3-8C90-3982033EE107}"/>
              </a:ext>
            </a:extLst>
          </p:cNvPr>
          <p:cNvSpPr/>
          <p:nvPr/>
        </p:nvSpPr>
        <p:spPr>
          <a:xfrm>
            <a:off x="10363200" y="19273044"/>
            <a:ext cx="2654300" cy="919956"/>
          </a:xfrm>
          <a:prstGeom prst="roundRect">
            <a:avLst/>
          </a:prstGeom>
          <a:solidFill>
            <a:srgbClr val="FFD966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7E3F9165-A461-4CBE-AF15-CB8262874200}"/>
              </a:ext>
            </a:extLst>
          </p:cNvPr>
          <p:cNvSpPr/>
          <p:nvPr/>
        </p:nvSpPr>
        <p:spPr>
          <a:xfrm>
            <a:off x="10363200" y="17753053"/>
            <a:ext cx="2654300" cy="919956"/>
          </a:xfrm>
          <a:prstGeom prst="roundRect">
            <a:avLst/>
          </a:prstGeom>
          <a:solidFill>
            <a:srgbClr val="C5DFB4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80544394-E8F9-476D-977A-1F57EC140B0A}"/>
              </a:ext>
            </a:extLst>
          </p:cNvPr>
          <p:cNvSpPr/>
          <p:nvPr/>
        </p:nvSpPr>
        <p:spPr>
          <a:xfrm>
            <a:off x="13601700" y="15005844"/>
            <a:ext cx="1079500" cy="1021556"/>
          </a:xfrm>
          <a:prstGeom prst="roundRect">
            <a:avLst>
              <a:gd name="adj" fmla="val 13006"/>
            </a:avLst>
          </a:prstGeom>
          <a:noFill/>
          <a:ln w="3810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ACF8407D-15C7-49A6-94E3-E789DDA9F5AF}"/>
              </a:ext>
            </a:extLst>
          </p:cNvPr>
          <p:cNvSpPr/>
          <p:nvPr/>
        </p:nvSpPr>
        <p:spPr>
          <a:xfrm>
            <a:off x="13601700" y="16289830"/>
            <a:ext cx="1079500" cy="1021556"/>
          </a:xfrm>
          <a:prstGeom prst="roundRect">
            <a:avLst>
              <a:gd name="adj" fmla="val 13006"/>
            </a:avLst>
          </a:prstGeom>
          <a:noFill/>
          <a:ln w="3810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B9A4F735-58B7-4130-9233-FD276A8FBC30}"/>
              </a:ext>
            </a:extLst>
          </p:cNvPr>
          <p:cNvSpPr/>
          <p:nvPr/>
        </p:nvSpPr>
        <p:spPr>
          <a:xfrm>
            <a:off x="13601700" y="17606510"/>
            <a:ext cx="1638300" cy="1278389"/>
          </a:xfrm>
          <a:prstGeom prst="roundRect">
            <a:avLst>
              <a:gd name="adj" fmla="val 13006"/>
            </a:avLst>
          </a:prstGeom>
          <a:noFill/>
          <a:ln w="3810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4DB7F23D-651F-48D4-AC85-36DDDD13E8C5}"/>
              </a:ext>
            </a:extLst>
          </p:cNvPr>
          <p:cNvSpPr/>
          <p:nvPr/>
        </p:nvSpPr>
        <p:spPr>
          <a:xfrm>
            <a:off x="13601700" y="19222244"/>
            <a:ext cx="1079500" cy="1021556"/>
          </a:xfrm>
          <a:prstGeom prst="roundRect">
            <a:avLst>
              <a:gd name="adj" fmla="val 13006"/>
            </a:avLst>
          </a:prstGeom>
          <a:noFill/>
          <a:ln w="3810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78048EB8-4DB9-45A9-BCFF-B50F0F999681}"/>
              </a:ext>
            </a:extLst>
          </p:cNvPr>
          <p:cNvCxnSpPr>
            <a:cxnSpLocks/>
          </p:cNvCxnSpPr>
          <p:nvPr/>
        </p:nvCxnSpPr>
        <p:spPr>
          <a:xfrm>
            <a:off x="6797040" y="15605760"/>
            <a:ext cx="670561" cy="0"/>
          </a:xfrm>
          <a:prstGeom prst="straightConnector1">
            <a:avLst/>
          </a:prstGeom>
          <a:ln w="101600">
            <a:solidFill>
              <a:srgbClr val="C55A1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167A55D7-7C80-4A94-AC77-062C9621754A}"/>
              </a:ext>
            </a:extLst>
          </p:cNvPr>
          <p:cNvCxnSpPr>
            <a:cxnSpLocks/>
          </p:cNvCxnSpPr>
          <p:nvPr/>
        </p:nvCxnSpPr>
        <p:spPr>
          <a:xfrm flipH="1" flipV="1">
            <a:off x="4823463" y="19743420"/>
            <a:ext cx="2" cy="895480"/>
          </a:xfrm>
          <a:prstGeom prst="straightConnector1">
            <a:avLst/>
          </a:prstGeom>
          <a:ln w="133350">
            <a:solidFill>
              <a:srgbClr val="C55A1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CDB67F86-19D4-49ED-B9D1-3F446CB925C2}"/>
              </a:ext>
            </a:extLst>
          </p:cNvPr>
          <p:cNvCxnSpPr>
            <a:cxnSpLocks/>
          </p:cNvCxnSpPr>
          <p:nvPr/>
        </p:nvCxnSpPr>
        <p:spPr>
          <a:xfrm>
            <a:off x="14846300" y="15516622"/>
            <a:ext cx="825501" cy="0"/>
          </a:xfrm>
          <a:prstGeom prst="straightConnector1">
            <a:avLst/>
          </a:prstGeom>
          <a:ln w="111125">
            <a:solidFill>
              <a:srgbClr val="C55A1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56043D07-5FA4-418C-BDF6-93B8897E30AA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9459912" y="15465822"/>
            <a:ext cx="90328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98B14322-7AF2-46CA-8C2C-A538593D3345}"/>
              </a:ext>
            </a:extLst>
          </p:cNvPr>
          <p:cNvCxnSpPr>
            <a:cxnSpLocks/>
          </p:cNvCxnSpPr>
          <p:nvPr/>
        </p:nvCxnSpPr>
        <p:spPr>
          <a:xfrm>
            <a:off x="9459912" y="16810530"/>
            <a:ext cx="90328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56C96ABA-9B96-4198-BC53-17D950BD94F9}"/>
              </a:ext>
            </a:extLst>
          </p:cNvPr>
          <p:cNvCxnSpPr>
            <a:cxnSpLocks/>
          </p:cNvCxnSpPr>
          <p:nvPr/>
        </p:nvCxnSpPr>
        <p:spPr>
          <a:xfrm>
            <a:off x="9459912" y="18230226"/>
            <a:ext cx="90328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690EC09F-9D6C-4016-9059-75F761A32BB0}"/>
              </a:ext>
            </a:extLst>
          </p:cNvPr>
          <p:cNvCxnSpPr>
            <a:cxnSpLocks/>
          </p:cNvCxnSpPr>
          <p:nvPr/>
        </p:nvCxnSpPr>
        <p:spPr>
          <a:xfrm>
            <a:off x="9459912" y="19733022"/>
            <a:ext cx="90328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D8A388F4-8E34-4D35-849C-0DB045975229}"/>
              </a:ext>
            </a:extLst>
          </p:cNvPr>
          <p:cNvCxnSpPr>
            <a:cxnSpLocks/>
          </p:cNvCxnSpPr>
          <p:nvPr/>
        </p:nvCxnSpPr>
        <p:spPr>
          <a:xfrm flipV="1">
            <a:off x="9911556" y="16810530"/>
            <a:ext cx="0" cy="61085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23E4CC28-69D6-4FFB-B856-6A81D374A3FC}"/>
              </a:ext>
            </a:extLst>
          </p:cNvPr>
          <p:cNvCxnSpPr>
            <a:cxnSpLocks/>
          </p:cNvCxnSpPr>
          <p:nvPr/>
        </p:nvCxnSpPr>
        <p:spPr>
          <a:xfrm flipV="1">
            <a:off x="9911556" y="15516622"/>
            <a:ext cx="0" cy="61085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5463E257-D46E-4A68-ADE5-536BD33F7621}"/>
              </a:ext>
            </a:extLst>
          </p:cNvPr>
          <p:cNvCxnSpPr>
            <a:cxnSpLocks/>
          </p:cNvCxnSpPr>
          <p:nvPr/>
        </p:nvCxnSpPr>
        <p:spPr>
          <a:xfrm>
            <a:off x="9911556" y="17606510"/>
            <a:ext cx="0" cy="546616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F337CC8C-9601-44D8-AB59-93A44365D86D}"/>
              </a:ext>
            </a:extLst>
          </p:cNvPr>
          <p:cNvCxnSpPr>
            <a:cxnSpLocks/>
          </p:cNvCxnSpPr>
          <p:nvPr/>
        </p:nvCxnSpPr>
        <p:spPr>
          <a:xfrm>
            <a:off x="9911556" y="16289830"/>
            <a:ext cx="0" cy="44850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521B74AA-9154-4B7B-AE65-1A133DCBD1A7}"/>
              </a:ext>
            </a:extLst>
          </p:cNvPr>
          <p:cNvCxnSpPr>
            <a:cxnSpLocks/>
          </p:cNvCxnSpPr>
          <p:nvPr/>
        </p:nvCxnSpPr>
        <p:spPr>
          <a:xfrm flipH="1">
            <a:off x="18150836" y="19933920"/>
            <a:ext cx="2" cy="895480"/>
          </a:xfrm>
          <a:prstGeom prst="straightConnector1">
            <a:avLst/>
          </a:prstGeom>
          <a:ln w="133350">
            <a:solidFill>
              <a:srgbClr val="C55A1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01B28090-4CEE-4320-B7DE-930301A14980}"/>
              </a:ext>
            </a:extLst>
          </p:cNvPr>
          <p:cNvSpPr/>
          <p:nvPr/>
        </p:nvSpPr>
        <p:spPr>
          <a:xfrm>
            <a:off x="16103600" y="15009853"/>
            <a:ext cx="2095500" cy="534947"/>
          </a:xfrm>
          <a:prstGeom prst="roundRect">
            <a:avLst/>
          </a:prstGeom>
          <a:solidFill>
            <a:srgbClr val="DAE2F3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5AAEA8D4-1FFC-4284-93F0-E445D4568499}"/>
              </a:ext>
            </a:extLst>
          </p:cNvPr>
          <p:cNvSpPr/>
          <p:nvPr/>
        </p:nvSpPr>
        <p:spPr>
          <a:xfrm>
            <a:off x="16103600" y="16067243"/>
            <a:ext cx="2095500" cy="534947"/>
          </a:xfrm>
          <a:prstGeom prst="roundRect">
            <a:avLst/>
          </a:prstGeom>
          <a:solidFill>
            <a:srgbClr val="DAE2F3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E47F3C48-A72A-4A32-AFB5-BF77006F1149}"/>
              </a:ext>
            </a:extLst>
          </p:cNvPr>
          <p:cNvSpPr/>
          <p:nvPr/>
        </p:nvSpPr>
        <p:spPr>
          <a:xfrm>
            <a:off x="16103600" y="17124633"/>
            <a:ext cx="2095500" cy="534947"/>
          </a:xfrm>
          <a:prstGeom prst="roundRect">
            <a:avLst/>
          </a:prstGeom>
          <a:solidFill>
            <a:srgbClr val="DAE2F3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4329882A-634B-4B71-ABF5-1A394BDAA575}"/>
              </a:ext>
            </a:extLst>
          </p:cNvPr>
          <p:cNvSpPr/>
          <p:nvPr/>
        </p:nvSpPr>
        <p:spPr>
          <a:xfrm>
            <a:off x="16103600" y="18175771"/>
            <a:ext cx="2095500" cy="534947"/>
          </a:xfrm>
          <a:prstGeom prst="roundRect">
            <a:avLst/>
          </a:prstGeom>
          <a:solidFill>
            <a:srgbClr val="DAE2F3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箭头: 下 66">
            <a:extLst>
              <a:ext uri="{FF2B5EF4-FFF2-40B4-BE49-F238E27FC236}">
                <a16:creationId xmlns:a16="http://schemas.microsoft.com/office/drawing/2014/main" id="{636CDBDA-9BAB-48A3-930D-9B7424F6E80D}"/>
              </a:ext>
            </a:extLst>
          </p:cNvPr>
          <p:cNvSpPr/>
          <p:nvPr/>
        </p:nvSpPr>
        <p:spPr>
          <a:xfrm>
            <a:off x="17018000" y="15621000"/>
            <a:ext cx="266700" cy="363791"/>
          </a:xfrm>
          <a:prstGeom prst="downArrow">
            <a:avLst/>
          </a:prstGeom>
          <a:solidFill>
            <a:srgbClr val="91919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箭头: 下 67">
            <a:extLst>
              <a:ext uri="{FF2B5EF4-FFF2-40B4-BE49-F238E27FC236}">
                <a16:creationId xmlns:a16="http://schemas.microsoft.com/office/drawing/2014/main" id="{3CECE973-2FD7-4415-BB6D-CAEA74A065BD}"/>
              </a:ext>
            </a:extLst>
          </p:cNvPr>
          <p:cNvSpPr/>
          <p:nvPr/>
        </p:nvSpPr>
        <p:spPr>
          <a:xfrm>
            <a:off x="16995775" y="16678390"/>
            <a:ext cx="266700" cy="363791"/>
          </a:xfrm>
          <a:prstGeom prst="downArrow">
            <a:avLst/>
          </a:prstGeom>
          <a:solidFill>
            <a:srgbClr val="91919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箭头: 下 68">
            <a:extLst>
              <a:ext uri="{FF2B5EF4-FFF2-40B4-BE49-F238E27FC236}">
                <a16:creationId xmlns:a16="http://schemas.microsoft.com/office/drawing/2014/main" id="{87384400-3ECF-4083-86FC-931011D6C9A8}"/>
              </a:ext>
            </a:extLst>
          </p:cNvPr>
          <p:cNvSpPr/>
          <p:nvPr/>
        </p:nvSpPr>
        <p:spPr>
          <a:xfrm>
            <a:off x="17018000" y="17735780"/>
            <a:ext cx="266700" cy="363791"/>
          </a:xfrm>
          <a:prstGeom prst="downArrow">
            <a:avLst/>
          </a:prstGeom>
          <a:solidFill>
            <a:srgbClr val="91919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箭头: 下 69">
            <a:extLst>
              <a:ext uri="{FF2B5EF4-FFF2-40B4-BE49-F238E27FC236}">
                <a16:creationId xmlns:a16="http://schemas.microsoft.com/office/drawing/2014/main" id="{1AF60BA9-25EC-4DD1-A110-EBB7271C336D}"/>
              </a:ext>
            </a:extLst>
          </p:cNvPr>
          <p:cNvSpPr/>
          <p:nvPr/>
        </p:nvSpPr>
        <p:spPr>
          <a:xfrm>
            <a:off x="16995775" y="18786918"/>
            <a:ext cx="266700" cy="363791"/>
          </a:xfrm>
          <a:prstGeom prst="downArrow">
            <a:avLst/>
          </a:prstGeom>
          <a:solidFill>
            <a:srgbClr val="91919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18A6CEE0-FFA9-4060-B5BE-C7AB7A4D3BBE}"/>
              </a:ext>
            </a:extLst>
          </p:cNvPr>
          <p:cNvGrpSpPr/>
          <p:nvPr/>
        </p:nvGrpSpPr>
        <p:grpSpPr>
          <a:xfrm>
            <a:off x="17411699" y="15711224"/>
            <a:ext cx="290512" cy="209862"/>
            <a:chOff x="17411699" y="15711224"/>
            <a:chExt cx="290512" cy="209862"/>
          </a:xfrm>
        </p:grpSpPr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C439B363-1F39-4F06-9C3D-B81AAE452168}"/>
                </a:ext>
              </a:extLst>
            </p:cNvPr>
            <p:cNvCxnSpPr/>
            <p:nvPr/>
          </p:nvCxnSpPr>
          <p:spPr>
            <a:xfrm>
              <a:off x="17411699" y="15779590"/>
              <a:ext cx="104775" cy="103855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697BC91B-6050-4B74-BC27-DFB731AD71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5042" y="15711224"/>
              <a:ext cx="207169" cy="209862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34A534DA-B673-489A-8EAD-38BDBAFFA461}"/>
              </a:ext>
            </a:extLst>
          </p:cNvPr>
          <p:cNvGrpSpPr/>
          <p:nvPr/>
        </p:nvGrpSpPr>
        <p:grpSpPr>
          <a:xfrm>
            <a:off x="17411699" y="16762224"/>
            <a:ext cx="290512" cy="209862"/>
            <a:chOff x="17411699" y="15711224"/>
            <a:chExt cx="290512" cy="209862"/>
          </a:xfrm>
        </p:grpSpPr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8ACCAC00-B0DD-4715-B7B2-A3A349EDD393}"/>
                </a:ext>
              </a:extLst>
            </p:cNvPr>
            <p:cNvCxnSpPr/>
            <p:nvPr/>
          </p:nvCxnSpPr>
          <p:spPr>
            <a:xfrm>
              <a:off x="17411699" y="15779590"/>
              <a:ext cx="104775" cy="103855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3B6102B2-BC0B-4EA6-826F-FBFE23185A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5042" y="15711224"/>
              <a:ext cx="207169" cy="209862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7F134504-790F-4A87-A30E-95B4A40009B1}"/>
              </a:ext>
            </a:extLst>
          </p:cNvPr>
          <p:cNvGrpSpPr/>
          <p:nvPr/>
        </p:nvGrpSpPr>
        <p:grpSpPr>
          <a:xfrm>
            <a:off x="17409315" y="17864309"/>
            <a:ext cx="290512" cy="209862"/>
            <a:chOff x="17411699" y="15711224"/>
            <a:chExt cx="290512" cy="209862"/>
          </a:xfrm>
        </p:grpSpPr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5791CD52-4C57-4584-BE46-41A69B7A4FD9}"/>
                </a:ext>
              </a:extLst>
            </p:cNvPr>
            <p:cNvCxnSpPr/>
            <p:nvPr/>
          </p:nvCxnSpPr>
          <p:spPr>
            <a:xfrm>
              <a:off x="17411699" y="15779590"/>
              <a:ext cx="104775" cy="103855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354C5029-D246-4932-9BE0-A7826E223F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5042" y="15711224"/>
              <a:ext cx="207169" cy="209862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0103E971-28A1-4B4D-89EC-DF4E498A1EB4}"/>
              </a:ext>
            </a:extLst>
          </p:cNvPr>
          <p:cNvGrpSpPr/>
          <p:nvPr/>
        </p:nvGrpSpPr>
        <p:grpSpPr>
          <a:xfrm>
            <a:off x="17409315" y="18849959"/>
            <a:ext cx="290512" cy="209862"/>
            <a:chOff x="17411699" y="15711224"/>
            <a:chExt cx="290512" cy="209862"/>
          </a:xfrm>
        </p:grpSpPr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7DD5025A-FA6C-4C26-BEEF-188D51CA5695}"/>
                </a:ext>
              </a:extLst>
            </p:cNvPr>
            <p:cNvCxnSpPr/>
            <p:nvPr/>
          </p:nvCxnSpPr>
          <p:spPr>
            <a:xfrm>
              <a:off x="17411699" y="15779590"/>
              <a:ext cx="104775" cy="103855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B1542221-CCD9-4841-9617-0B33F488AF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5042" y="15711224"/>
              <a:ext cx="207169" cy="209862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1C4BEB6B-23E1-4AE1-8150-BE7E22698C80}"/>
              </a:ext>
            </a:extLst>
          </p:cNvPr>
          <p:cNvGrpSpPr/>
          <p:nvPr/>
        </p:nvGrpSpPr>
        <p:grpSpPr>
          <a:xfrm>
            <a:off x="18554699" y="16392328"/>
            <a:ext cx="290512" cy="209862"/>
            <a:chOff x="17411699" y="15711224"/>
            <a:chExt cx="290512" cy="209862"/>
          </a:xfrm>
        </p:grpSpPr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15B0342E-B40B-4E6C-BCD2-757EB59A892D}"/>
                </a:ext>
              </a:extLst>
            </p:cNvPr>
            <p:cNvCxnSpPr/>
            <p:nvPr/>
          </p:nvCxnSpPr>
          <p:spPr>
            <a:xfrm>
              <a:off x="17411699" y="15779590"/>
              <a:ext cx="104775" cy="103855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152C8308-8E27-44B3-8193-5554B46246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5042" y="15711224"/>
              <a:ext cx="207169" cy="209862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08D9234B-EEBD-49E3-B696-3F685190F392}"/>
              </a:ext>
            </a:extLst>
          </p:cNvPr>
          <p:cNvGrpSpPr/>
          <p:nvPr/>
        </p:nvGrpSpPr>
        <p:grpSpPr>
          <a:xfrm>
            <a:off x="19989799" y="16229785"/>
            <a:ext cx="290512" cy="209862"/>
            <a:chOff x="17411699" y="15711224"/>
            <a:chExt cx="290512" cy="209862"/>
          </a:xfrm>
        </p:grpSpPr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1EDCA415-EB79-4252-8EE9-8B9DE406D484}"/>
                </a:ext>
              </a:extLst>
            </p:cNvPr>
            <p:cNvCxnSpPr/>
            <p:nvPr/>
          </p:nvCxnSpPr>
          <p:spPr>
            <a:xfrm>
              <a:off x="17411699" y="15779590"/>
              <a:ext cx="104775" cy="103855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802DC695-CC4A-4A6B-95ED-11BDD45220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5042" y="15711224"/>
              <a:ext cx="207169" cy="209862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箭头: 下 88">
            <a:extLst>
              <a:ext uri="{FF2B5EF4-FFF2-40B4-BE49-F238E27FC236}">
                <a16:creationId xmlns:a16="http://schemas.microsoft.com/office/drawing/2014/main" id="{57DA7B59-DB52-4AF0-A546-8D1EDB708FDC}"/>
              </a:ext>
            </a:extLst>
          </p:cNvPr>
          <p:cNvSpPr/>
          <p:nvPr/>
        </p:nvSpPr>
        <p:spPr>
          <a:xfrm rot="14452885">
            <a:off x="18408750" y="15688174"/>
            <a:ext cx="266700" cy="562535"/>
          </a:xfrm>
          <a:prstGeom prst="downArrow">
            <a:avLst/>
          </a:prstGeom>
          <a:solidFill>
            <a:srgbClr val="91919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箭头: 下 89">
            <a:extLst>
              <a:ext uri="{FF2B5EF4-FFF2-40B4-BE49-F238E27FC236}">
                <a16:creationId xmlns:a16="http://schemas.microsoft.com/office/drawing/2014/main" id="{6FE3A910-5FC9-4B6C-97C6-8797B1FCDE36}"/>
              </a:ext>
            </a:extLst>
          </p:cNvPr>
          <p:cNvSpPr/>
          <p:nvPr/>
        </p:nvSpPr>
        <p:spPr>
          <a:xfrm rot="7136445">
            <a:off x="18376420" y="16438015"/>
            <a:ext cx="266700" cy="562535"/>
          </a:xfrm>
          <a:prstGeom prst="downArrow">
            <a:avLst/>
          </a:prstGeom>
          <a:solidFill>
            <a:srgbClr val="91919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箭头: 下 90">
            <a:extLst>
              <a:ext uri="{FF2B5EF4-FFF2-40B4-BE49-F238E27FC236}">
                <a16:creationId xmlns:a16="http://schemas.microsoft.com/office/drawing/2014/main" id="{E1C59B41-13F1-403A-AF24-EA2E4C6DD428}"/>
              </a:ext>
            </a:extLst>
          </p:cNvPr>
          <p:cNvSpPr/>
          <p:nvPr/>
        </p:nvSpPr>
        <p:spPr>
          <a:xfrm rot="17664889">
            <a:off x="18376982" y="17530858"/>
            <a:ext cx="266700" cy="562535"/>
          </a:xfrm>
          <a:prstGeom prst="downArrow">
            <a:avLst/>
          </a:prstGeom>
          <a:solidFill>
            <a:srgbClr val="91919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箭头: 下 91">
            <a:extLst>
              <a:ext uri="{FF2B5EF4-FFF2-40B4-BE49-F238E27FC236}">
                <a16:creationId xmlns:a16="http://schemas.microsoft.com/office/drawing/2014/main" id="{DDE2BBEF-8DC1-454A-9723-8D6F70FA9CEB}"/>
              </a:ext>
            </a:extLst>
          </p:cNvPr>
          <p:cNvSpPr/>
          <p:nvPr/>
        </p:nvSpPr>
        <p:spPr>
          <a:xfrm>
            <a:off x="19620705" y="16133468"/>
            <a:ext cx="266700" cy="363791"/>
          </a:xfrm>
          <a:prstGeom prst="downArrow">
            <a:avLst/>
          </a:prstGeom>
          <a:solidFill>
            <a:srgbClr val="91919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CE6DB059-9B16-4E78-AA05-844058BB79BE}"/>
              </a:ext>
            </a:extLst>
          </p:cNvPr>
          <p:cNvSpPr/>
          <p:nvPr/>
        </p:nvSpPr>
        <p:spPr>
          <a:xfrm>
            <a:off x="18839654" y="15512116"/>
            <a:ext cx="2223295" cy="534947"/>
          </a:xfrm>
          <a:prstGeom prst="roundRect">
            <a:avLst/>
          </a:prstGeom>
          <a:solidFill>
            <a:srgbClr val="F8CAAC"/>
          </a:solidFill>
          <a:ln w="28575">
            <a:solidFill>
              <a:srgbClr val="4F5D7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433B18B6-346C-4B94-8FD0-CA3B9755FF3D}"/>
              </a:ext>
            </a:extLst>
          </p:cNvPr>
          <p:cNvSpPr/>
          <p:nvPr/>
        </p:nvSpPr>
        <p:spPr>
          <a:xfrm>
            <a:off x="18839654" y="16553367"/>
            <a:ext cx="2223295" cy="534947"/>
          </a:xfrm>
          <a:prstGeom prst="roundRect">
            <a:avLst/>
          </a:prstGeom>
          <a:solidFill>
            <a:srgbClr val="F8CAAC"/>
          </a:solidFill>
          <a:ln w="28575">
            <a:solidFill>
              <a:srgbClr val="4F5D7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A09BF069-50EC-4A0D-A081-D377182991CD}"/>
              </a:ext>
            </a:extLst>
          </p:cNvPr>
          <p:cNvSpPr/>
          <p:nvPr/>
        </p:nvSpPr>
        <p:spPr>
          <a:xfrm>
            <a:off x="18839653" y="17985447"/>
            <a:ext cx="2223295" cy="534947"/>
          </a:xfrm>
          <a:prstGeom prst="roundRect">
            <a:avLst/>
          </a:prstGeom>
          <a:solidFill>
            <a:srgbClr val="F8CAAC"/>
          </a:solidFill>
          <a:ln w="28575">
            <a:solidFill>
              <a:srgbClr val="4F5D7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B59CB69D-146A-4B8C-BA4F-161AB507A2AC}"/>
              </a:ext>
            </a:extLst>
          </p:cNvPr>
          <p:cNvSpPr/>
          <p:nvPr/>
        </p:nvSpPr>
        <p:spPr>
          <a:xfrm>
            <a:off x="16039702" y="19187728"/>
            <a:ext cx="4953398" cy="534947"/>
          </a:xfrm>
          <a:prstGeom prst="roundRect">
            <a:avLst/>
          </a:prstGeom>
          <a:solidFill>
            <a:srgbClr val="FFD966"/>
          </a:solidFill>
          <a:ln w="28575">
            <a:solidFill>
              <a:srgbClr val="4F5D7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3BEA6FCB-FD12-46D3-9383-9E84CC9C413B}"/>
              </a:ext>
            </a:extLst>
          </p:cNvPr>
          <p:cNvGrpSpPr/>
          <p:nvPr/>
        </p:nvGrpSpPr>
        <p:grpSpPr>
          <a:xfrm>
            <a:off x="18238946" y="15605760"/>
            <a:ext cx="241935" cy="229553"/>
            <a:chOff x="18238946" y="15605760"/>
            <a:chExt cx="241935" cy="229553"/>
          </a:xfrm>
        </p:grpSpPr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43CF1261-D9B5-47B7-9E7C-389C6D64743C}"/>
                </a:ext>
              </a:extLst>
            </p:cNvPr>
            <p:cNvCxnSpPr>
              <a:cxnSpLocks/>
            </p:cNvCxnSpPr>
            <p:nvPr/>
          </p:nvCxnSpPr>
          <p:spPr>
            <a:xfrm>
              <a:off x="18238946" y="15605760"/>
              <a:ext cx="241935" cy="229553"/>
            </a:xfrm>
            <a:prstGeom prst="line">
              <a:avLst/>
            </a:prstGeom>
            <a:ln w="101600">
              <a:solidFill>
                <a:srgbClr val="C6211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28A49BD2-4B06-4A2C-8FF4-4148738019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38946" y="15605760"/>
              <a:ext cx="241935" cy="229553"/>
            </a:xfrm>
            <a:prstGeom prst="line">
              <a:avLst/>
            </a:prstGeom>
            <a:ln w="101600">
              <a:solidFill>
                <a:srgbClr val="C6211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5FE1FAE6-7477-4864-B307-155DC6976A31}"/>
              </a:ext>
            </a:extLst>
          </p:cNvPr>
          <p:cNvGrpSpPr/>
          <p:nvPr/>
        </p:nvGrpSpPr>
        <p:grpSpPr>
          <a:xfrm>
            <a:off x="18423096" y="17371060"/>
            <a:ext cx="241935" cy="229553"/>
            <a:chOff x="18238946" y="15605760"/>
            <a:chExt cx="241935" cy="229553"/>
          </a:xfrm>
        </p:grpSpPr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EEA744C8-7188-4DA3-9E9E-D3DDE954BAB0}"/>
                </a:ext>
              </a:extLst>
            </p:cNvPr>
            <p:cNvCxnSpPr>
              <a:cxnSpLocks/>
            </p:cNvCxnSpPr>
            <p:nvPr/>
          </p:nvCxnSpPr>
          <p:spPr>
            <a:xfrm>
              <a:off x="18238946" y="15605760"/>
              <a:ext cx="241935" cy="229553"/>
            </a:xfrm>
            <a:prstGeom prst="line">
              <a:avLst/>
            </a:prstGeom>
            <a:ln w="101600">
              <a:solidFill>
                <a:srgbClr val="C6211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A5645A2D-14A9-4120-BFA3-7BF06196B0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38946" y="15605760"/>
              <a:ext cx="241935" cy="229553"/>
            </a:xfrm>
            <a:prstGeom prst="line">
              <a:avLst/>
            </a:prstGeom>
            <a:ln w="101600">
              <a:solidFill>
                <a:srgbClr val="C6211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2A12E9AB-3057-46BF-9E4E-BD50DC4EB099}"/>
              </a:ext>
            </a:extLst>
          </p:cNvPr>
          <p:cNvSpPr/>
          <p:nvPr/>
        </p:nvSpPr>
        <p:spPr>
          <a:xfrm>
            <a:off x="7775273" y="20973143"/>
            <a:ext cx="13023697" cy="5384800"/>
          </a:xfrm>
          <a:prstGeom prst="roundRect">
            <a:avLst>
              <a:gd name="adj" fmla="val 8579"/>
            </a:avLst>
          </a:prstGeom>
          <a:solidFill>
            <a:schemeClr val="bg1"/>
          </a:solidFill>
          <a:ln w="28575">
            <a:solidFill>
              <a:srgbClr val="85670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46CE3ED3-2FED-4D00-B68F-108178AE3F85}"/>
              </a:ext>
            </a:extLst>
          </p:cNvPr>
          <p:cNvSpPr/>
          <p:nvPr/>
        </p:nvSpPr>
        <p:spPr>
          <a:xfrm>
            <a:off x="800555" y="20973143"/>
            <a:ext cx="6616244" cy="5384800"/>
          </a:xfrm>
          <a:prstGeom prst="roundRect">
            <a:avLst>
              <a:gd name="adj" fmla="val 8579"/>
            </a:avLst>
          </a:prstGeom>
          <a:solidFill>
            <a:schemeClr val="bg1"/>
          </a:solidFill>
          <a:ln w="28575">
            <a:solidFill>
              <a:srgbClr val="4D596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9930F808-894F-4722-AFBF-5C17DEEFDA21}"/>
              </a:ext>
            </a:extLst>
          </p:cNvPr>
          <p:cNvSpPr/>
          <p:nvPr/>
        </p:nvSpPr>
        <p:spPr>
          <a:xfrm>
            <a:off x="8214360" y="21419820"/>
            <a:ext cx="2804160" cy="1684020"/>
          </a:xfrm>
          <a:prstGeom prst="roundRect">
            <a:avLst>
              <a:gd name="adj" fmla="val 13952"/>
            </a:avLst>
          </a:prstGeom>
          <a:solidFill>
            <a:srgbClr val="F4F4F4"/>
          </a:solidFill>
          <a:ln w="25400">
            <a:solidFill>
              <a:srgbClr val="3A4C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C8EB75BA-2D71-4FA0-94AC-8D852D20CDA9}"/>
              </a:ext>
            </a:extLst>
          </p:cNvPr>
          <p:cNvSpPr/>
          <p:nvPr/>
        </p:nvSpPr>
        <p:spPr>
          <a:xfrm>
            <a:off x="11325860" y="21419820"/>
            <a:ext cx="2804160" cy="1684020"/>
          </a:xfrm>
          <a:prstGeom prst="roundRect">
            <a:avLst>
              <a:gd name="adj" fmla="val 13952"/>
            </a:avLst>
          </a:prstGeom>
          <a:solidFill>
            <a:srgbClr val="F4F4F4"/>
          </a:solidFill>
          <a:ln w="25400">
            <a:solidFill>
              <a:srgbClr val="3A4C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AD432D37-4860-4868-BE42-F3FEAE12A3F6}"/>
              </a:ext>
            </a:extLst>
          </p:cNvPr>
          <p:cNvSpPr/>
          <p:nvPr/>
        </p:nvSpPr>
        <p:spPr>
          <a:xfrm>
            <a:off x="14437360" y="21419820"/>
            <a:ext cx="2804160" cy="1684020"/>
          </a:xfrm>
          <a:prstGeom prst="roundRect">
            <a:avLst>
              <a:gd name="adj" fmla="val 13952"/>
            </a:avLst>
          </a:prstGeom>
          <a:solidFill>
            <a:srgbClr val="F4F4F4"/>
          </a:solidFill>
          <a:ln w="25400">
            <a:solidFill>
              <a:srgbClr val="3A4C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42DCF585-D22D-478E-99C7-CDA4ACA0CC12}"/>
              </a:ext>
            </a:extLst>
          </p:cNvPr>
          <p:cNvSpPr/>
          <p:nvPr/>
        </p:nvSpPr>
        <p:spPr>
          <a:xfrm>
            <a:off x="17612360" y="21419820"/>
            <a:ext cx="2804160" cy="1684020"/>
          </a:xfrm>
          <a:prstGeom prst="roundRect">
            <a:avLst>
              <a:gd name="adj" fmla="val 13952"/>
            </a:avLst>
          </a:prstGeom>
          <a:solidFill>
            <a:srgbClr val="F4F4F4"/>
          </a:solidFill>
          <a:ln w="25400">
            <a:solidFill>
              <a:srgbClr val="3A4C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54967EE6-929D-4F03-8135-DCFBCFF320D3}"/>
              </a:ext>
            </a:extLst>
          </p:cNvPr>
          <p:cNvSpPr/>
          <p:nvPr/>
        </p:nvSpPr>
        <p:spPr>
          <a:xfrm>
            <a:off x="8214360" y="23236897"/>
            <a:ext cx="2804160" cy="1909103"/>
          </a:xfrm>
          <a:prstGeom prst="roundRect">
            <a:avLst/>
          </a:prstGeom>
          <a:solidFill>
            <a:srgbClr val="FEFEFE"/>
          </a:solidFill>
          <a:ln w="28575">
            <a:solidFill>
              <a:srgbClr val="E2E2E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EBF49FBC-797D-4C7F-AC9C-59A17A015F65}"/>
              </a:ext>
            </a:extLst>
          </p:cNvPr>
          <p:cNvSpPr/>
          <p:nvPr/>
        </p:nvSpPr>
        <p:spPr>
          <a:xfrm>
            <a:off x="11325860" y="23236897"/>
            <a:ext cx="2804160" cy="1909103"/>
          </a:xfrm>
          <a:prstGeom prst="roundRect">
            <a:avLst/>
          </a:prstGeom>
          <a:solidFill>
            <a:srgbClr val="FEFEFE"/>
          </a:solidFill>
          <a:ln w="28575">
            <a:solidFill>
              <a:srgbClr val="E2E2E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8AD90016-33B7-4588-95E5-BF31684914C0}"/>
              </a:ext>
            </a:extLst>
          </p:cNvPr>
          <p:cNvSpPr/>
          <p:nvPr/>
        </p:nvSpPr>
        <p:spPr>
          <a:xfrm>
            <a:off x="14437360" y="23171748"/>
            <a:ext cx="2804160" cy="1909103"/>
          </a:xfrm>
          <a:prstGeom prst="roundRect">
            <a:avLst/>
          </a:prstGeom>
          <a:solidFill>
            <a:srgbClr val="FEFEFE"/>
          </a:solidFill>
          <a:ln w="28575">
            <a:solidFill>
              <a:srgbClr val="E2E2E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278B6A08-387F-4096-A86A-92B8C0E4180A}"/>
              </a:ext>
            </a:extLst>
          </p:cNvPr>
          <p:cNvSpPr/>
          <p:nvPr/>
        </p:nvSpPr>
        <p:spPr>
          <a:xfrm>
            <a:off x="17612360" y="23236897"/>
            <a:ext cx="2804160" cy="1909103"/>
          </a:xfrm>
          <a:prstGeom prst="roundRect">
            <a:avLst/>
          </a:prstGeom>
          <a:solidFill>
            <a:srgbClr val="FEFEFE"/>
          </a:solidFill>
          <a:ln w="28575">
            <a:solidFill>
              <a:srgbClr val="E2E2E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0DA8EB88-0DF3-404C-A9A3-1543E22C9941}"/>
              </a:ext>
            </a:extLst>
          </p:cNvPr>
          <p:cNvSpPr/>
          <p:nvPr/>
        </p:nvSpPr>
        <p:spPr>
          <a:xfrm>
            <a:off x="8275239" y="25378978"/>
            <a:ext cx="3492899" cy="781435"/>
          </a:xfrm>
          <a:prstGeom prst="roundRect">
            <a:avLst/>
          </a:prstGeom>
          <a:solidFill>
            <a:srgbClr val="C5DFB4"/>
          </a:solidFill>
          <a:ln w="28575">
            <a:solidFill>
              <a:srgbClr val="4F5D7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CB776FB8-D603-47CB-9540-985A044C70B1}"/>
              </a:ext>
            </a:extLst>
          </p:cNvPr>
          <p:cNvSpPr/>
          <p:nvPr/>
        </p:nvSpPr>
        <p:spPr>
          <a:xfrm>
            <a:off x="11954611" y="25378978"/>
            <a:ext cx="4112703" cy="781435"/>
          </a:xfrm>
          <a:prstGeom prst="roundRect">
            <a:avLst/>
          </a:prstGeom>
          <a:solidFill>
            <a:srgbClr val="C5DFB4"/>
          </a:solidFill>
          <a:ln w="28575">
            <a:solidFill>
              <a:srgbClr val="4F5D7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BC859CA3-8963-40E4-9836-FFFF25C7AAE4}"/>
              </a:ext>
            </a:extLst>
          </p:cNvPr>
          <p:cNvSpPr/>
          <p:nvPr/>
        </p:nvSpPr>
        <p:spPr>
          <a:xfrm>
            <a:off x="16253787" y="25378978"/>
            <a:ext cx="4112703" cy="781435"/>
          </a:xfrm>
          <a:prstGeom prst="roundRect">
            <a:avLst/>
          </a:prstGeom>
          <a:solidFill>
            <a:srgbClr val="C5DFB4"/>
          </a:solidFill>
          <a:ln w="28575">
            <a:solidFill>
              <a:srgbClr val="4F5D7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6E0B7F17-436B-4F05-AD95-70AD84060B2E}"/>
              </a:ext>
            </a:extLst>
          </p:cNvPr>
          <p:cNvGrpSpPr/>
          <p:nvPr/>
        </p:nvGrpSpPr>
        <p:grpSpPr>
          <a:xfrm>
            <a:off x="10561550" y="23886416"/>
            <a:ext cx="290512" cy="209862"/>
            <a:chOff x="17411699" y="15711224"/>
            <a:chExt cx="290512" cy="209862"/>
          </a:xfrm>
        </p:grpSpPr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B155EF68-F473-46C2-9752-D413115DA3D1}"/>
                </a:ext>
              </a:extLst>
            </p:cNvPr>
            <p:cNvCxnSpPr/>
            <p:nvPr/>
          </p:nvCxnSpPr>
          <p:spPr>
            <a:xfrm>
              <a:off x="17411699" y="15779590"/>
              <a:ext cx="104775" cy="103855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ACB8A090-AEB7-4286-AE7B-385290B88C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5042" y="15711224"/>
              <a:ext cx="207169" cy="209862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36599357-970E-44DD-B919-DA324DA25003}"/>
              </a:ext>
            </a:extLst>
          </p:cNvPr>
          <p:cNvGrpSpPr/>
          <p:nvPr/>
        </p:nvGrpSpPr>
        <p:grpSpPr>
          <a:xfrm>
            <a:off x="10561550" y="24280116"/>
            <a:ext cx="290512" cy="209862"/>
            <a:chOff x="17411699" y="15711224"/>
            <a:chExt cx="290512" cy="209862"/>
          </a:xfrm>
        </p:grpSpPr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A647C573-31EF-4B36-ABBF-5FCD3D8C3B1B}"/>
                </a:ext>
              </a:extLst>
            </p:cNvPr>
            <p:cNvCxnSpPr/>
            <p:nvPr/>
          </p:nvCxnSpPr>
          <p:spPr>
            <a:xfrm>
              <a:off x="17411699" y="15779590"/>
              <a:ext cx="104775" cy="103855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3352E806-FC1C-4566-972E-A00D2A9472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5042" y="15711224"/>
              <a:ext cx="207169" cy="209862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E2AABA08-E64B-4980-A88B-4EDE4F77415D}"/>
              </a:ext>
            </a:extLst>
          </p:cNvPr>
          <p:cNvGrpSpPr/>
          <p:nvPr/>
        </p:nvGrpSpPr>
        <p:grpSpPr>
          <a:xfrm>
            <a:off x="13676225" y="23486366"/>
            <a:ext cx="290512" cy="209862"/>
            <a:chOff x="17411699" y="15711224"/>
            <a:chExt cx="290512" cy="209862"/>
          </a:xfrm>
        </p:grpSpPr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B58131BD-7382-4064-9618-E08CF31BE520}"/>
                </a:ext>
              </a:extLst>
            </p:cNvPr>
            <p:cNvCxnSpPr/>
            <p:nvPr/>
          </p:nvCxnSpPr>
          <p:spPr>
            <a:xfrm>
              <a:off x="17411699" y="15779590"/>
              <a:ext cx="104775" cy="103855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A592EF5C-1CA6-4E9B-A4B0-E0CF4A25DE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5042" y="15711224"/>
              <a:ext cx="207169" cy="209862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C714306B-D8B2-4E33-87D2-D0165151A29C}"/>
              </a:ext>
            </a:extLst>
          </p:cNvPr>
          <p:cNvGrpSpPr/>
          <p:nvPr/>
        </p:nvGrpSpPr>
        <p:grpSpPr>
          <a:xfrm>
            <a:off x="13676225" y="23930866"/>
            <a:ext cx="290512" cy="209862"/>
            <a:chOff x="17411699" y="15711224"/>
            <a:chExt cx="290512" cy="209862"/>
          </a:xfrm>
        </p:grpSpPr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E8CE9133-ED73-4A03-9AB0-1C66F93F57C4}"/>
                </a:ext>
              </a:extLst>
            </p:cNvPr>
            <p:cNvCxnSpPr/>
            <p:nvPr/>
          </p:nvCxnSpPr>
          <p:spPr>
            <a:xfrm>
              <a:off x="17411699" y="15779590"/>
              <a:ext cx="104775" cy="103855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08E08722-75A5-4E5A-A46B-16CF6E008C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5042" y="15711224"/>
              <a:ext cx="207169" cy="209862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89105ACC-3694-4DA0-82A3-A7A6D16A1B79}"/>
              </a:ext>
            </a:extLst>
          </p:cNvPr>
          <p:cNvGrpSpPr/>
          <p:nvPr/>
        </p:nvGrpSpPr>
        <p:grpSpPr>
          <a:xfrm>
            <a:off x="13676225" y="24762716"/>
            <a:ext cx="290512" cy="209862"/>
            <a:chOff x="17411699" y="15711224"/>
            <a:chExt cx="290512" cy="209862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BFC091F6-BC15-4379-B9D5-562A4E44599F}"/>
                </a:ext>
              </a:extLst>
            </p:cNvPr>
            <p:cNvCxnSpPr/>
            <p:nvPr/>
          </p:nvCxnSpPr>
          <p:spPr>
            <a:xfrm>
              <a:off x="17411699" y="15779590"/>
              <a:ext cx="104775" cy="103855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CED316A2-E276-4C86-B5BB-56D2C47CB7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5042" y="15711224"/>
              <a:ext cx="207169" cy="209862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62F0F50A-6E77-4A3F-B045-18239B802B14}"/>
              </a:ext>
            </a:extLst>
          </p:cNvPr>
          <p:cNvGrpSpPr/>
          <p:nvPr/>
        </p:nvGrpSpPr>
        <p:grpSpPr>
          <a:xfrm>
            <a:off x="16797250" y="23449801"/>
            <a:ext cx="290512" cy="209862"/>
            <a:chOff x="17411699" y="15711224"/>
            <a:chExt cx="290512" cy="209862"/>
          </a:xfrm>
        </p:grpSpPr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6E23A0CC-310F-43B4-A9CA-FE9350D47297}"/>
                </a:ext>
              </a:extLst>
            </p:cNvPr>
            <p:cNvCxnSpPr/>
            <p:nvPr/>
          </p:nvCxnSpPr>
          <p:spPr>
            <a:xfrm>
              <a:off x="17411699" y="15779590"/>
              <a:ext cx="104775" cy="103855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AA9E8E8D-51F4-48B2-8562-32FD36F836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5042" y="15711224"/>
              <a:ext cx="207169" cy="209862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C4C376F0-0107-42F3-9384-77DA5471B376}"/>
              </a:ext>
            </a:extLst>
          </p:cNvPr>
          <p:cNvGrpSpPr/>
          <p:nvPr/>
        </p:nvGrpSpPr>
        <p:grpSpPr>
          <a:xfrm>
            <a:off x="16797250" y="23893225"/>
            <a:ext cx="290512" cy="209862"/>
            <a:chOff x="17411699" y="15711224"/>
            <a:chExt cx="290512" cy="209862"/>
          </a:xfrm>
        </p:grpSpPr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E7F920BC-DD09-4EE2-AC4A-2823F0F9B7A9}"/>
                </a:ext>
              </a:extLst>
            </p:cNvPr>
            <p:cNvCxnSpPr/>
            <p:nvPr/>
          </p:nvCxnSpPr>
          <p:spPr>
            <a:xfrm>
              <a:off x="17411699" y="15779590"/>
              <a:ext cx="104775" cy="103855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ACC8D747-D9AF-487A-B287-096AB69044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5042" y="15711224"/>
              <a:ext cx="207169" cy="209862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5125F9BD-C286-4D94-AA29-19C1012CDA0F}"/>
              </a:ext>
            </a:extLst>
          </p:cNvPr>
          <p:cNvGrpSpPr/>
          <p:nvPr/>
        </p:nvGrpSpPr>
        <p:grpSpPr>
          <a:xfrm>
            <a:off x="16797250" y="24280116"/>
            <a:ext cx="290512" cy="209862"/>
            <a:chOff x="17411699" y="15711224"/>
            <a:chExt cx="290512" cy="209862"/>
          </a:xfrm>
        </p:grpSpPr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A52188F4-0CF4-4F5A-9DEB-885CBCE4F92D}"/>
                </a:ext>
              </a:extLst>
            </p:cNvPr>
            <p:cNvCxnSpPr/>
            <p:nvPr/>
          </p:nvCxnSpPr>
          <p:spPr>
            <a:xfrm>
              <a:off x="17411699" y="15779590"/>
              <a:ext cx="104775" cy="103855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C2ECD77C-977C-4601-AFEA-54E2B07562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5042" y="15711224"/>
              <a:ext cx="207169" cy="209862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5056B993-D699-44F9-9D59-AB31DA831585}"/>
              </a:ext>
            </a:extLst>
          </p:cNvPr>
          <p:cNvGrpSpPr/>
          <p:nvPr/>
        </p:nvGrpSpPr>
        <p:grpSpPr>
          <a:xfrm>
            <a:off x="16797250" y="24732628"/>
            <a:ext cx="290512" cy="209862"/>
            <a:chOff x="17411699" y="15711224"/>
            <a:chExt cx="290512" cy="209862"/>
          </a:xfrm>
        </p:grpSpPr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2682B49F-3B55-4EF7-B066-76259F412461}"/>
                </a:ext>
              </a:extLst>
            </p:cNvPr>
            <p:cNvCxnSpPr/>
            <p:nvPr/>
          </p:nvCxnSpPr>
          <p:spPr>
            <a:xfrm>
              <a:off x="17411699" y="15779590"/>
              <a:ext cx="104775" cy="103855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A583CADC-3539-4EE1-9774-CB26A44881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5042" y="15711224"/>
              <a:ext cx="207169" cy="209862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4246DADC-F91F-4268-9307-09AE1761D072}"/>
              </a:ext>
            </a:extLst>
          </p:cNvPr>
          <p:cNvGrpSpPr/>
          <p:nvPr/>
        </p:nvGrpSpPr>
        <p:grpSpPr>
          <a:xfrm>
            <a:off x="19956375" y="23486366"/>
            <a:ext cx="290512" cy="209862"/>
            <a:chOff x="17411699" y="15711224"/>
            <a:chExt cx="290512" cy="209862"/>
          </a:xfrm>
        </p:grpSpPr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C1080EF3-322E-4E53-BC2A-FEA9496103BF}"/>
                </a:ext>
              </a:extLst>
            </p:cNvPr>
            <p:cNvCxnSpPr/>
            <p:nvPr/>
          </p:nvCxnSpPr>
          <p:spPr>
            <a:xfrm>
              <a:off x="17411699" y="15779590"/>
              <a:ext cx="104775" cy="103855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932EE49-1FA6-4A36-AE08-C87552AFAD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5042" y="15711224"/>
              <a:ext cx="207169" cy="209862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70B79A89-5C7D-479C-95A1-840DFEDB47BD}"/>
              </a:ext>
            </a:extLst>
          </p:cNvPr>
          <p:cNvGrpSpPr/>
          <p:nvPr/>
        </p:nvGrpSpPr>
        <p:grpSpPr>
          <a:xfrm>
            <a:off x="19956375" y="23901778"/>
            <a:ext cx="290512" cy="209862"/>
            <a:chOff x="17411699" y="15711224"/>
            <a:chExt cx="290512" cy="209862"/>
          </a:xfrm>
        </p:grpSpPr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AC5B3DE4-5E22-43B3-BCBB-F54A58198C75}"/>
                </a:ext>
              </a:extLst>
            </p:cNvPr>
            <p:cNvCxnSpPr/>
            <p:nvPr/>
          </p:nvCxnSpPr>
          <p:spPr>
            <a:xfrm>
              <a:off x="17411699" y="15779590"/>
              <a:ext cx="104775" cy="103855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03EA796F-D3E6-4E83-BF95-ECEED6E897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5042" y="15711224"/>
              <a:ext cx="207169" cy="209862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EC98F8A2-9B3C-4162-8824-87E81466C247}"/>
              </a:ext>
            </a:extLst>
          </p:cNvPr>
          <p:cNvGrpSpPr/>
          <p:nvPr/>
        </p:nvGrpSpPr>
        <p:grpSpPr>
          <a:xfrm>
            <a:off x="19956375" y="24295478"/>
            <a:ext cx="290512" cy="209862"/>
            <a:chOff x="17411699" y="15711224"/>
            <a:chExt cx="290512" cy="209862"/>
          </a:xfrm>
        </p:grpSpPr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7235AD1E-28E5-491B-B788-4299BB2698E6}"/>
                </a:ext>
              </a:extLst>
            </p:cNvPr>
            <p:cNvCxnSpPr/>
            <p:nvPr/>
          </p:nvCxnSpPr>
          <p:spPr>
            <a:xfrm>
              <a:off x="17411699" y="15779590"/>
              <a:ext cx="104775" cy="103855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9E4E9FFA-F341-450D-A61B-87B3EC9369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5042" y="15711224"/>
              <a:ext cx="207169" cy="209862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BA79ED45-999C-421B-98E2-4D77D0D89347}"/>
              </a:ext>
            </a:extLst>
          </p:cNvPr>
          <p:cNvGrpSpPr/>
          <p:nvPr/>
        </p:nvGrpSpPr>
        <p:grpSpPr>
          <a:xfrm>
            <a:off x="19976130" y="24724987"/>
            <a:ext cx="290512" cy="209862"/>
            <a:chOff x="17411699" y="15711224"/>
            <a:chExt cx="290512" cy="209862"/>
          </a:xfrm>
        </p:grpSpPr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F08FA066-536F-4171-AF6D-D367D012B2B4}"/>
                </a:ext>
              </a:extLst>
            </p:cNvPr>
            <p:cNvCxnSpPr/>
            <p:nvPr/>
          </p:nvCxnSpPr>
          <p:spPr>
            <a:xfrm>
              <a:off x="17411699" y="15779590"/>
              <a:ext cx="104775" cy="103855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945489EC-B2EF-466C-9229-D9D08A7CD1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5042" y="15711224"/>
              <a:ext cx="207169" cy="209862"/>
            </a:xfrm>
            <a:prstGeom prst="line">
              <a:avLst/>
            </a:prstGeom>
            <a:ln w="88900">
              <a:solidFill>
                <a:srgbClr val="01A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A6C8F8F8-EE15-4D58-BDA7-B6E8D45909FB}"/>
              </a:ext>
            </a:extLst>
          </p:cNvPr>
          <p:cNvGrpSpPr/>
          <p:nvPr/>
        </p:nvGrpSpPr>
        <p:grpSpPr>
          <a:xfrm>
            <a:off x="10613937" y="23465530"/>
            <a:ext cx="241935" cy="229553"/>
            <a:chOff x="18238946" y="15605760"/>
            <a:chExt cx="241935" cy="229553"/>
          </a:xfrm>
        </p:grpSpPr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FD21DA2E-85DD-4854-A5F8-E4C3D5DD2452}"/>
                </a:ext>
              </a:extLst>
            </p:cNvPr>
            <p:cNvCxnSpPr>
              <a:cxnSpLocks/>
            </p:cNvCxnSpPr>
            <p:nvPr/>
          </p:nvCxnSpPr>
          <p:spPr>
            <a:xfrm>
              <a:off x="18238946" y="15605760"/>
              <a:ext cx="241935" cy="229553"/>
            </a:xfrm>
            <a:prstGeom prst="line">
              <a:avLst/>
            </a:prstGeom>
            <a:ln w="101600">
              <a:solidFill>
                <a:srgbClr val="C6211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7BCCCAEA-CDE0-4CD1-B1B1-0F262B9531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38946" y="15605760"/>
              <a:ext cx="241935" cy="229553"/>
            </a:xfrm>
            <a:prstGeom prst="line">
              <a:avLst/>
            </a:prstGeom>
            <a:ln w="101600">
              <a:solidFill>
                <a:srgbClr val="C6211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245FB080-DD24-423F-B4B8-7C6B8C765084}"/>
              </a:ext>
            </a:extLst>
          </p:cNvPr>
          <p:cNvGrpSpPr/>
          <p:nvPr/>
        </p:nvGrpSpPr>
        <p:grpSpPr>
          <a:xfrm>
            <a:off x="10623620" y="24715141"/>
            <a:ext cx="241935" cy="229553"/>
            <a:chOff x="18238946" y="15605760"/>
            <a:chExt cx="241935" cy="229553"/>
          </a:xfrm>
        </p:grpSpPr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AD5DAEFB-7C7D-440D-800A-A76184C595F9}"/>
                </a:ext>
              </a:extLst>
            </p:cNvPr>
            <p:cNvCxnSpPr>
              <a:cxnSpLocks/>
            </p:cNvCxnSpPr>
            <p:nvPr/>
          </p:nvCxnSpPr>
          <p:spPr>
            <a:xfrm>
              <a:off x="18238946" y="15605760"/>
              <a:ext cx="241935" cy="229553"/>
            </a:xfrm>
            <a:prstGeom prst="line">
              <a:avLst/>
            </a:prstGeom>
            <a:ln w="101600">
              <a:solidFill>
                <a:srgbClr val="C6211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56C0217B-127C-425C-AC8D-DC8E5D51EB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38946" y="15605760"/>
              <a:ext cx="241935" cy="229553"/>
            </a:xfrm>
            <a:prstGeom prst="line">
              <a:avLst/>
            </a:prstGeom>
            <a:ln w="101600">
              <a:solidFill>
                <a:srgbClr val="C6211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062E5743-96E7-424F-8524-253BEBF262E1}"/>
              </a:ext>
            </a:extLst>
          </p:cNvPr>
          <p:cNvGrpSpPr/>
          <p:nvPr/>
        </p:nvGrpSpPr>
        <p:grpSpPr>
          <a:xfrm>
            <a:off x="13718999" y="24325088"/>
            <a:ext cx="241935" cy="229553"/>
            <a:chOff x="18238946" y="15605760"/>
            <a:chExt cx="241935" cy="229553"/>
          </a:xfrm>
        </p:grpSpPr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A33911D9-BDC7-4504-85A2-2ADB2034C51B}"/>
                </a:ext>
              </a:extLst>
            </p:cNvPr>
            <p:cNvCxnSpPr>
              <a:cxnSpLocks/>
            </p:cNvCxnSpPr>
            <p:nvPr/>
          </p:nvCxnSpPr>
          <p:spPr>
            <a:xfrm>
              <a:off x="18238946" y="15605760"/>
              <a:ext cx="241935" cy="229553"/>
            </a:xfrm>
            <a:prstGeom prst="line">
              <a:avLst/>
            </a:prstGeom>
            <a:ln w="101600">
              <a:solidFill>
                <a:srgbClr val="C6211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C00835FB-E6E5-4BB5-8FE3-4CA717FC6A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38946" y="15605760"/>
              <a:ext cx="241935" cy="229553"/>
            </a:xfrm>
            <a:prstGeom prst="line">
              <a:avLst/>
            </a:prstGeom>
            <a:ln w="101600">
              <a:solidFill>
                <a:srgbClr val="C6211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4" name="文本框 163">
            <a:extLst>
              <a:ext uri="{FF2B5EF4-FFF2-40B4-BE49-F238E27FC236}">
                <a16:creationId xmlns:a16="http://schemas.microsoft.com/office/drawing/2014/main" id="{8FD1938B-B333-48B9-8888-428EE9E74EDB}"/>
              </a:ext>
            </a:extLst>
          </p:cNvPr>
          <p:cNvSpPr txBox="1"/>
          <p:nvPr/>
        </p:nvSpPr>
        <p:spPr>
          <a:xfrm>
            <a:off x="571081" y="272949"/>
            <a:ext cx="209691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726125" indent="-726125">
              <a:buFont typeface="Wingdings" panose="05000000000000000000" pitchFamily="2" charset="2"/>
              <a:buChar char="n"/>
              <a:defRPr sz="4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 </a:t>
            </a:r>
            <a:r>
              <a:rPr lang="en-US" altLang="zh-CN" dirty="0" err="1"/>
              <a:t>RoboOS</a:t>
            </a:r>
            <a:r>
              <a:rPr lang="en-US" altLang="zh-CN" dirty="0"/>
              <a:t>: A Hierarchical Embodied Framework for Cross-Embodiment and Multi-Agent Collaboration</a:t>
            </a:r>
          </a:p>
        </p:txBody>
      </p:sp>
    </p:spTree>
    <p:extLst>
      <p:ext uri="{BB962C8B-B14F-4D97-AF65-F5344CB8AC3E}">
        <p14:creationId xmlns:p14="http://schemas.microsoft.com/office/powerpoint/2010/main" val="724397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>
            <a:extLst>
              <a:ext uri="{FF2B5EF4-FFF2-40B4-BE49-F238E27FC236}">
                <a16:creationId xmlns:a16="http://schemas.microsoft.com/office/drawing/2014/main" id="{95678DA3-30A2-4C88-9E6F-40BD9EA79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5" y="2606516"/>
            <a:ext cx="21395074" cy="11005134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AFAB9B69-3FA3-451D-9790-D46C04D61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15" y="14219936"/>
            <a:ext cx="21458894" cy="1283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665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13</Words>
  <Application>Microsoft Office PowerPoint</Application>
  <PresentationFormat>自定义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Arial</vt:lpstr>
      <vt:lpstr>Times New Roman</vt:lpstr>
      <vt:lpstr>Wingdings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佳慧 王</cp:lastModifiedBy>
  <cp:revision>39</cp:revision>
  <dcterms:created xsi:type="dcterms:W3CDTF">2025-09-29T11:46:49Z</dcterms:created>
  <dcterms:modified xsi:type="dcterms:W3CDTF">2025-10-21T02:50:07Z</dcterms:modified>
</cp:coreProperties>
</file>